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94" r:id="rId3"/>
    <p:sldId id="258" r:id="rId4"/>
    <p:sldId id="259" r:id="rId5"/>
    <p:sldId id="257" r:id="rId6"/>
    <p:sldId id="260" r:id="rId7"/>
    <p:sldId id="261" r:id="rId8"/>
    <p:sldId id="295" r:id="rId9"/>
    <p:sldId id="296" r:id="rId10"/>
    <p:sldId id="297" r:id="rId11"/>
    <p:sldId id="293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99" r:id="rId36"/>
    <p:sldId id="302" r:id="rId37"/>
    <p:sldId id="300" r:id="rId38"/>
    <p:sldId id="298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301" r:id="rId48"/>
  </p:sldIdLst>
  <p:sldSz cx="10045700" cy="6858000"/>
  <p:notesSz cx="10045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662" y="-3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292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89600" y="0"/>
            <a:ext cx="435451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437C6-6E87-42AF-9DC7-BA4321E1B150}" type="datetimeFigureOut">
              <a:rPr lang="en-BW" smtClean="0"/>
              <a:t>15/11/2024</a:t>
            </a:fld>
            <a:endParaRPr lang="en-B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27400" y="857250"/>
            <a:ext cx="33909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4888" y="3300413"/>
            <a:ext cx="80359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35292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89600" y="6513513"/>
            <a:ext cx="435451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ED9B-9362-4BAD-B730-0E9FC8219BD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99809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6172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7800" y="1219200"/>
            <a:ext cx="7010400" cy="0"/>
          </a:xfrm>
          <a:custGeom>
            <a:avLst/>
            <a:gdLst/>
            <a:ahLst/>
            <a:cxnLst/>
            <a:rect l="l" t="t" r="r" b="b"/>
            <a:pathLst>
              <a:path w="7010400">
                <a:moveTo>
                  <a:pt x="0" y="0"/>
                </a:moveTo>
                <a:lnTo>
                  <a:pt x="7010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4420" y="589229"/>
            <a:ext cx="6218555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1840" y="1400302"/>
            <a:ext cx="7472680" cy="2273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1.jp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450" y="2514600"/>
            <a:ext cx="73152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Velocity</a:t>
            </a:r>
            <a:r>
              <a:rPr sz="2800" spc="-45" dirty="0"/>
              <a:t> </a:t>
            </a:r>
            <a:r>
              <a:rPr sz="2800" dirty="0"/>
              <a:t>Propagation</a:t>
            </a:r>
            <a:r>
              <a:rPr sz="2800" spc="-30" dirty="0"/>
              <a:t> </a:t>
            </a:r>
            <a:r>
              <a:rPr sz="2800" dirty="0"/>
              <a:t>Between</a:t>
            </a:r>
            <a:r>
              <a:rPr sz="2800" spc="-55" dirty="0"/>
              <a:t> </a:t>
            </a:r>
            <a:r>
              <a:rPr sz="2800" dirty="0"/>
              <a:t>Robot</a:t>
            </a:r>
            <a:r>
              <a:rPr sz="2800" spc="-10" dirty="0"/>
              <a:t> </a:t>
            </a:r>
            <a:r>
              <a:rPr sz="2800" dirty="0"/>
              <a:t>Links</a:t>
            </a:r>
            <a:endParaRPr sz="2800"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9850" y="6289995"/>
            <a:ext cx="816927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527294" y="6490716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9050" y="723948"/>
            <a:ext cx="54051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7323" y="1504633"/>
            <a:ext cx="7974965" cy="1311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spcBef>
                <a:spcPts val="10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</a:t>
            </a:r>
            <a:r>
              <a:rPr sz="20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consider</a:t>
            </a:r>
            <a:r>
              <a:rPr sz="2000" spc="-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simple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2</a:t>
            </a:r>
            <a:r>
              <a:rPr sz="2000" spc="-2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degree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freedom</a:t>
            </a:r>
            <a:r>
              <a:rPr sz="2000" spc="-30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robot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208915" indent="-196850">
              <a:spcBef>
                <a:spcPts val="3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35" dirty="0">
                <a:solidFill>
                  <a:srgbClr val="660066"/>
                </a:solidFill>
                <a:latin typeface="Tahoma"/>
                <a:cs typeface="Tahoma"/>
              </a:rPr>
              <a:t>We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desire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to 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move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</a:t>
            </a:r>
            <a:r>
              <a:rPr sz="20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robot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from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Point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to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Point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B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209550" marR="5080" indent="-209550">
              <a:lnSpc>
                <a:spcPct val="110000"/>
              </a:lnSpc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assume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that both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joints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robot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can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move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at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maximum </a:t>
            </a:r>
            <a:r>
              <a:rPr sz="2000" spc="-6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rate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10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degree/sec.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1" y="2895600"/>
            <a:ext cx="3505199" cy="266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17650" y="3452887"/>
            <a:ext cx="8226425" cy="26123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307079" marR="412750" indent="-170815">
              <a:lnSpc>
                <a:spcPts val="1939"/>
              </a:lnSpc>
              <a:spcBef>
                <a:spcPts val="345"/>
              </a:spcBef>
              <a:buClr>
                <a:srgbClr val="05DEFB"/>
              </a:buClr>
              <a:buFont typeface="Symbol"/>
              <a:buChar char=""/>
              <a:tabLst>
                <a:tab pos="3298825" algn="l"/>
              </a:tabLst>
            </a:pP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Move</a:t>
            </a:r>
            <a:r>
              <a:rPr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robot from</a:t>
            </a:r>
            <a:r>
              <a:rPr b="1" spc="-9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</a:t>
            </a:r>
            <a:r>
              <a:rPr b="1" spc="-1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B, to</a:t>
            </a:r>
            <a:r>
              <a:rPr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run both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joints </a:t>
            </a:r>
            <a:r>
              <a:rPr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at</a:t>
            </a:r>
            <a:r>
              <a:rPr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their</a:t>
            </a:r>
            <a:r>
              <a:rPr b="1" spc="-4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maximum</a:t>
            </a:r>
            <a:r>
              <a:rPr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angular</a:t>
            </a:r>
            <a:r>
              <a:rPr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velocities.</a:t>
            </a:r>
            <a:endParaRPr dirty="0">
              <a:latin typeface="Times New Roman"/>
              <a:cs typeface="Times New Roman"/>
            </a:endParaRPr>
          </a:p>
          <a:p>
            <a:pPr marL="3307079" marR="5080" indent="-170815">
              <a:lnSpc>
                <a:spcPts val="1939"/>
              </a:lnSpc>
              <a:spcBef>
                <a:spcPts val="1095"/>
              </a:spcBef>
              <a:buClr>
                <a:srgbClr val="05DEFB"/>
              </a:buClr>
              <a:buFont typeface="Symbol"/>
              <a:buChar char=""/>
              <a:tabLst>
                <a:tab pos="3286760" algn="l"/>
              </a:tabLst>
            </a:pP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After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2 [sec],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lower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link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will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have finished its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motion,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while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</a:t>
            </a:r>
            <a:r>
              <a:rPr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upper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link continues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for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another </a:t>
            </a:r>
            <a:r>
              <a:rPr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3 [sec].</a:t>
            </a:r>
            <a:endParaRPr dirty="0">
              <a:latin typeface="Times New Roman"/>
              <a:cs typeface="Times New Roman"/>
            </a:endParaRPr>
          </a:p>
          <a:p>
            <a:pPr marL="3307079" marR="300990" indent="-170815">
              <a:lnSpc>
                <a:spcPts val="1939"/>
              </a:lnSpc>
              <a:spcBef>
                <a:spcPts val="1205"/>
              </a:spcBef>
              <a:buClr>
                <a:srgbClr val="05DEFB"/>
              </a:buClr>
              <a:buFont typeface="Symbol"/>
              <a:buChar char=""/>
              <a:tabLst>
                <a:tab pos="3295650" algn="l"/>
              </a:tabLst>
            </a:pP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path is irregular and the distances 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traveled </a:t>
            </a:r>
            <a:r>
              <a:rPr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by</a:t>
            </a:r>
            <a:r>
              <a:rPr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robot’s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end</a:t>
            </a:r>
            <a:r>
              <a:rPr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are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not</a:t>
            </a:r>
            <a:r>
              <a:rPr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6F89F7"/>
                </a:solidFill>
                <a:latin typeface="Times New Roman"/>
                <a:cs typeface="Times New Roman"/>
              </a:rPr>
              <a:t>uniform.</a:t>
            </a:r>
            <a:endParaRPr dirty="0">
              <a:latin typeface="Times New Roman"/>
              <a:cs typeface="Times New Roman"/>
            </a:endParaRPr>
          </a:p>
          <a:p>
            <a:pPr marL="536575" marR="4980305" indent="-524510">
              <a:spcBef>
                <a:spcPts val="1365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5.4</a:t>
            </a:r>
            <a:r>
              <a:rPr sz="12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Joint-space</a:t>
            </a:r>
            <a:r>
              <a:rPr sz="12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nonnormalized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movements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degrees of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freedom.</a:t>
            </a:r>
            <a:endParaRPr sz="1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13" y="2299842"/>
            <a:ext cx="149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52969" y="2279642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574" y="0"/>
                </a:lnTo>
              </a:path>
            </a:pathLst>
          </a:custGeom>
          <a:ln w="9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6440" y="589229"/>
            <a:ext cx="6066790" cy="1696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427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Jacobian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Matrix</a:t>
            </a:r>
            <a:r>
              <a:rPr sz="2000" b="1" spc="-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000">
              <a:latin typeface="Arial"/>
              <a:cs typeface="Arial"/>
            </a:endParaRPr>
          </a:p>
          <a:p>
            <a:pPr marL="393700" marR="1810385" indent="-343535">
              <a:lnSpc>
                <a:spcPct val="120000"/>
              </a:lnSpc>
              <a:buChar char="•"/>
              <a:tabLst>
                <a:tab pos="393700" algn="l"/>
              </a:tabLst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field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robotics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Jacobian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matrix </a:t>
            </a:r>
            <a:r>
              <a:rPr sz="1600" dirty="0">
                <a:latin typeface="Arial"/>
                <a:cs typeface="Arial"/>
              </a:rPr>
              <a:t>describe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3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joint</a:t>
            </a:r>
            <a:endParaRPr sz="1600">
              <a:latin typeface="Arial"/>
              <a:cs typeface="Arial"/>
            </a:endParaRPr>
          </a:p>
          <a:p>
            <a:pPr marL="393700">
              <a:lnSpc>
                <a:spcPts val="2385"/>
              </a:lnSpc>
            </a:pPr>
            <a:r>
              <a:rPr sz="1600" dirty="0">
                <a:latin typeface="Arial"/>
                <a:cs typeface="Arial"/>
              </a:rPr>
              <a:t>angle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rates</a:t>
            </a:r>
            <a:r>
              <a:rPr sz="1600" spc="3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</a:t>
            </a:r>
            <a:r>
              <a:rPr sz="1600" spc="-300" dirty="0">
                <a:latin typeface="Arial"/>
                <a:cs typeface="Arial"/>
              </a:rPr>
              <a:t> </a:t>
            </a:r>
            <a:r>
              <a:rPr sz="3000" i="1" spc="-30" baseline="-4166" dirty="0">
                <a:latin typeface="Symbol"/>
                <a:cs typeface="Symbol"/>
              </a:rPr>
              <a:t></a:t>
            </a:r>
            <a:r>
              <a:rPr sz="2850" spc="-30" baseline="13157" dirty="0">
                <a:latin typeface="Arial"/>
                <a:cs typeface="Arial"/>
              </a:rPr>
              <a:t>˙</a:t>
            </a:r>
            <a:r>
              <a:rPr sz="1650" i="1" spc="-30" baseline="-30303" dirty="0">
                <a:latin typeface="Times New Roman"/>
                <a:cs typeface="Times New Roman"/>
              </a:rPr>
              <a:t>N</a:t>
            </a:r>
            <a:r>
              <a:rPr sz="1650" i="1" spc="209" baseline="-30303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translation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6836" y="2265204"/>
            <a:ext cx="1301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i="1" u="sng" spc="-7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925" u="sng" spc="-52" baseline="284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˙</a:t>
            </a:r>
            <a:endParaRPr sz="2925" baseline="2849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6684" y="3368229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814" y="0"/>
                </a:lnTo>
              </a:path>
            </a:pathLst>
          </a:custGeom>
          <a:ln w="9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2344" y="2250465"/>
            <a:ext cx="3469640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rotation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(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given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by:</a:t>
            </a:r>
            <a:endParaRPr sz="1600" dirty="0">
              <a:latin typeface="Arial"/>
              <a:cs typeface="Arial"/>
            </a:endParaRPr>
          </a:p>
          <a:p>
            <a:pPr marL="403860" algn="ctr">
              <a:lnSpc>
                <a:spcPct val="100000"/>
              </a:lnSpc>
              <a:spcBef>
                <a:spcPts val="1265"/>
              </a:spcBef>
            </a:pPr>
            <a:r>
              <a:rPr sz="1900" i="1" u="sng" spc="-6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850" u="sng" spc="22" baseline="292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˙</a:t>
            </a:r>
            <a:r>
              <a:rPr sz="2850" u="none" spc="7" baseline="2923" dirty="0">
                <a:latin typeface="Arial"/>
                <a:cs typeface="Arial"/>
              </a:rPr>
              <a:t> </a:t>
            </a:r>
            <a:r>
              <a:rPr sz="1900" u="none" spc="60" dirty="0">
                <a:latin typeface="Symbol"/>
                <a:cs typeface="Symbol"/>
              </a:rPr>
              <a:t></a:t>
            </a:r>
            <a:r>
              <a:rPr sz="1900" u="none" spc="65" dirty="0">
                <a:latin typeface="Times New Roman"/>
                <a:cs typeface="Times New Roman"/>
              </a:rPr>
              <a:t> </a:t>
            </a:r>
            <a:r>
              <a:rPr sz="1900" i="1" u="none" spc="50" dirty="0">
                <a:latin typeface="Times New Roman"/>
                <a:cs typeface="Times New Roman"/>
              </a:rPr>
              <a:t>J</a:t>
            </a:r>
            <a:r>
              <a:rPr sz="1900" i="1" u="none" spc="-200" dirty="0">
                <a:latin typeface="Times New Roman"/>
                <a:cs typeface="Times New Roman"/>
              </a:rPr>
              <a:t> </a:t>
            </a:r>
            <a:r>
              <a:rPr sz="2500" u="none" spc="-229" dirty="0">
                <a:latin typeface="Symbol"/>
                <a:cs typeface="Symbol"/>
              </a:rPr>
              <a:t></a:t>
            </a:r>
            <a:r>
              <a:rPr sz="2050" i="1" u="sng" spc="-229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</a:t>
            </a:r>
            <a:r>
              <a:rPr sz="2050" u="none" spc="-190" dirty="0">
                <a:latin typeface="Times New Roman"/>
                <a:cs typeface="Times New Roman"/>
              </a:rPr>
              <a:t> </a:t>
            </a:r>
            <a:r>
              <a:rPr sz="2500" u="none" spc="-330" dirty="0">
                <a:latin typeface="Symbol"/>
                <a:cs typeface="Symbol"/>
              </a:rPr>
              <a:t></a:t>
            </a:r>
            <a:r>
              <a:rPr sz="2050" i="1" u="none" spc="-330" dirty="0">
                <a:latin typeface="Symbol"/>
                <a:cs typeface="Symbol"/>
              </a:rPr>
              <a:t></a:t>
            </a:r>
            <a:r>
              <a:rPr sz="2850" u="none" spc="-494" baseline="17543" dirty="0">
                <a:latin typeface="Arial"/>
                <a:cs typeface="Arial"/>
              </a:rPr>
              <a:t>˙</a:t>
            </a:r>
            <a:endParaRPr sz="2850" baseline="17543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76900" y="1231900"/>
            <a:ext cx="2584450" cy="4886325"/>
            <a:chOff x="5676900" y="1231900"/>
            <a:chExt cx="2584450" cy="48863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6900" y="1231900"/>
              <a:ext cx="2562225" cy="2476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3575" y="3670300"/>
              <a:ext cx="2517775" cy="24479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18375" y="3787838"/>
              <a:ext cx="619125" cy="367030"/>
            </a:xfrm>
            <a:custGeom>
              <a:avLst/>
              <a:gdLst/>
              <a:ahLst/>
              <a:cxnLst/>
              <a:rect l="l" t="t" r="r" b="b"/>
              <a:pathLst>
                <a:path w="619125" h="367029">
                  <a:moveTo>
                    <a:pt x="61912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619125" y="366712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4540" y="3567137"/>
            <a:ext cx="4425950" cy="17818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55600" marR="5080" indent="-343535">
              <a:lnSpc>
                <a:spcPts val="2300"/>
              </a:lnSpc>
              <a:spcBef>
                <a:spcPts val="245"/>
              </a:spcBef>
              <a:buChar char="•"/>
              <a:tabLst>
                <a:tab pos="355600" algn="l"/>
                <a:tab pos="3559810" algn="l"/>
              </a:tabLst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addition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are </a:t>
            </a:r>
            <a:r>
              <a:rPr sz="1600" dirty="0">
                <a:latin typeface="Arial"/>
                <a:cs typeface="Arial"/>
              </a:rPr>
              <a:t>also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interested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relationship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torques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3000" i="1" u="sng" spc="-75" baseline="-555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</a:t>
            </a:r>
            <a:r>
              <a:rPr sz="3000" u="none" baseline="-5555" dirty="0">
                <a:latin typeface="Times New Roman"/>
                <a:cs typeface="Times New Roman"/>
              </a:rPr>
              <a:t>	</a:t>
            </a:r>
            <a:r>
              <a:rPr sz="1600" u="none" dirty="0">
                <a:latin typeface="Arial"/>
                <a:cs typeface="Arial"/>
              </a:rPr>
              <a:t>)</a:t>
            </a:r>
            <a:r>
              <a:rPr sz="1600" u="none" spc="-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and </a:t>
            </a:r>
            <a:r>
              <a:rPr sz="1600" u="none" spc="-25" dirty="0">
                <a:latin typeface="Arial"/>
                <a:cs typeface="Arial"/>
              </a:rPr>
              <a:t>the</a:t>
            </a:r>
            <a:endParaRPr sz="1600" dirty="0">
              <a:latin typeface="Arial"/>
              <a:cs typeface="Arial"/>
            </a:endParaRPr>
          </a:p>
          <a:p>
            <a:pPr marL="355600" marR="254000">
              <a:lnSpc>
                <a:spcPts val="2230"/>
              </a:lnSpc>
              <a:spcBef>
                <a:spcPts val="145"/>
              </a:spcBef>
            </a:pPr>
            <a:r>
              <a:rPr sz="2400" baseline="1736" dirty="0">
                <a:latin typeface="Arial"/>
                <a:cs typeface="Arial"/>
              </a:rPr>
              <a:t>forces</a:t>
            </a:r>
            <a:r>
              <a:rPr sz="2400" spc="-37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and</a:t>
            </a:r>
            <a:r>
              <a:rPr sz="2400" spc="-37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moments </a:t>
            </a:r>
            <a:r>
              <a:rPr sz="2400" spc="-30" baseline="1736" dirty="0">
                <a:latin typeface="Arial"/>
                <a:cs typeface="Arial"/>
              </a:rPr>
              <a:t>(</a:t>
            </a:r>
            <a:r>
              <a:rPr sz="2400" spc="-217" baseline="1736" dirty="0">
                <a:latin typeface="Arial"/>
                <a:cs typeface="Arial"/>
              </a:rPr>
              <a:t> </a:t>
            </a:r>
            <a:r>
              <a:rPr sz="19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900" i="1" u="none" spc="275" dirty="0">
                <a:latin typeface="Times New Roman"/>
                <a:cs typeface="Times New Roman"/>
              </a:rPr>
              <a:t> </a:t>
            </a:r>
            <a:r>
              <a:rPr sz="2400" u="none" baseline="1736" dirty="0">
                <a:latin typeface="Arial"/>
                <a:cs typeface="Arial"/>
              </a:rPr>
              <a:t>)</a:t>
            </a:r>
            <a:r>
              <a:rPr sz="2400" u="none" spc="-30" baseline="1736" dirty="0">
                <a:latin typeface="Arial"/>
                <a:cs typeface="Arial"/>
              </a:rPr>
              <a:t> </a:t>
            </a:r>
            <a:r>
              <a:rPr sz="2400" u="none" baseline="1736" dirty="0">
                <a:latin typeface="Arial"/>
                <a:cs typeface="Arial"/>
              </a:rPr>
              <a:t>at</a:t>
            </a:r>
            <a:r>
              <a:rPr sz="2400" u="none" spc="-15" baseline="1736" dirty="0">
                <a:latin typeface="Arial"/>
                <a:cs typeface="Arial"/>
              </a:rPr>
              <a:t> </a:t>
            </a:r>
            <a:r>
              <a:rPr sz="2400" u="none" baseline="1736" dirty="0">
                <a:latin typeface="Arial"/>
                <a:cs typeface="Arial"/>
              </a:rPr>
              <a:t>the</a:t>
            </a:r>
            <a:r>
              <a:rPr sz="2400" u="none" spc="-15" baseline="1736" dirty="0">
                <a:latin typeface="Arial"/>
                <a:cs typeface="Arial"/>
              </a:rPr>
              <a:t> </a:t>
            </a:r>
            <a:r>
              <a:rPr sz="2400" u="none" baseline="1736" dirty="0">
                <a:latin typeface="Arial"/>
                <a:cs typeface="Arial"/>
              </a:rPr>
              <a:t>robot</a:t>
            </a:r>
            <a:r>
              <a:rPr sz="2400" u="none" spc="-7" baseline="1736" dirty="0">
                <a:latin typeface="Arial"/>
                <a:cs typeface="Arial"/>
              </a:rPr>
              <a:t> </a:t>
            </a:r>
            <a:r>
              <a:rPr sz="2400" u="none" spc="-37" baseline="1736" dirty="0">
                <a:latin typeface="Arial"/>
                <a:cs typeface="Arial"/>
              </a:rPr>
              <a:t>end </a:t>
            </a:r>
            <a:r>
              <a:rPr sz="1600" u="none" dirty="0">
                <a:latin typeface="Arial"/>
                <a:cs typeface="Arial"/>
              </a:rPr>
              <a:t>effector</a:t>
            </a:r>
            <a:r>
              <a:rPr sz="1600" u="none" spc="-4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(</a:t>
            </a:r>
            <a:r>
              <a:rPr sz="1600" b="1" u="none" dirty="0">
                <a:solidFill>
                  <a:srgbClr val="FF3300"/>
                </a:solidFill>
                <a:latin typeface="Arial"/>
                <a:cs typeface="Arial"/>
              </a:rPr>
              <a:t>Static</a:t>
            </a:r>
            <a:r>
              <a:rPr sz="1600" b="1" u="none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u="none" dirty="0">
                <a:solidFill>
                  <a:srgbClr val="FF3300"/>
                </a:solidFill>
                <a:latin typeface="Arial"/>
                <a:cs typeface="Arial"/>
              </a:rPr>
              <a:t>Conditions</a:t>
            </a:r>
            <a:r>
              <a:rPr sz="1600" u="none" dirty="0">
                <a:latin typeface="Arial"/>
                <a:cs typeface="Arial"/>
              </a:rPr>
              <a:t>).</a:t>
            </a:r>
            <a:r>
              <a:rPr sz="1600" u="none" spc="37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This</a:t>
            </a:r>
            <a:endParaRPr sz="16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60"/>
              </a:spcBef>
            </a:pP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given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by: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1833" y="3986052"/>
            <a:ext cx="17208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6878" y="5525457"/>
            <a:ext cx="121094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i="1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</a:t>
            </a:r>
            <a:r>
              <a:rPr sz="2000" u="none" spc="170" dirty="0">
                <a:latin typeface="Times New Roman"/>
                <a:cs typeface="Times New Roman"/>
              </a:rPr>
              <a:t> </a:t>
            </a:r>
            <a:r>
              <a:rPr sz="1900" u="none" spc="50" dirty="0">
                <a:latin typeface="Symbol"/>
                <a:cs typeface="Symbol"/>
              </a:rPr>
              <a:t></a:t>
            </a:r>
            <a:r>
              <a:rPr sz="1900" u="none" spc="25" dirty="0">
                <a:latin typeface="Times New Roman"/>
                <a:cs typeface="Times New Roman"/>
              </a:rPr>
              <a:t> </a:t>
            </a:r>
            <a:r>
              <a:rPr sz="1900" i="1" u="none" spc="50" dirty="0">
                <a:latin typeface="Times New Roman"/>
                <a:cs typeface="Times New Roman"/>
              </a:rPr>
              <a:t>J</a:t>
            </a:r>
            <a:r>
              <a:rPr sz="1900" i="1" u="none" spc="-210" dirty="0">
                <a:latin typeface="Times New Roman"/>
                <a:cs typeface="Times New Roman"/>
              </a:rPr>
              <a:t> </a:t>
            </a:r>
            <a:r>
              <a:rPr sz="2500" u="none" spc="-220" dirty="0">
                <a:latin typeface="Symbol"/>
                <a:cs typeface="Symbol"/>
              </a:rPr>
              <a:t></a:t>
            </a:r>
            <a:r>
              <a:rPr sz="2000" i="1" u="sng" spc="-22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</a:t>
            </a:r>
            <a:r>
              <a:rPr sz="2000" u="none" spc="-190" dirty="0">
                <a:latin typeface="Times New Roman"/>
                <a:cs typeface="Times New Roman"/>
              </a:rPr>
              <a:t> </a:t>
            </a:r>
            <a:r>
              <a:rPr sz="2500" u="none" spc="-105" dirty="0">
                <a:latin typeface="Symbol"/>
                <a:cs typeface="Symbol"/>
              </a:rPr>
              <a:t></a:t>
            </a:r>
            <a:r>
              <a:rPr sz="1650" i="1" u="none" spc="-157" baseline="50505" dirty="0">
                <a:latin typeface="Times New Roman"/>
                <a:cs typeface="Times New Roman"/>
              </a:rPr>
              <a:t>T</a:t>
            </a:r>
            <a:r>
              <a:rPr sz="1650" i="1" u="none" spc="179" baseline="50505" dirty="0">
                <a:latin typeface="Times New Roman"/>
                <a:cs typeface="Times New Roman"/>
              </a:rPr>
              <a:t> </a:t>
            </a:r>
            <a:r>
              <a:rPr sz="1900" i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endParaRPr sz="1900" dirty="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94385">
              <a:lnSpc>
                <a:spcPct val="100000"/>
              </a:lnSpc>
              <a:spcBef>
                <a:spcPts val="105"/>
              </a:spcBef>
            </a:pPr>
            <a:r>
              <a:rPr dirty="0"/>
              <a:t>Jacobian</a:t>
            </a:r>
            <a:r>
              <a:rPr spc="-30" dirty="0"/>
              <a:t> </a:t>
            </a:r>
            <a:r>
              <a:rPr dirty="0"/>
              <a:t>Matrix</a:t>
            </a:r>
            <a:r>
              <a:rPr spc="-4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Calculation</a:t>
            </a:r>
            <a:r>
              <a:rPr spc="-3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2250" y="2836798"/>
            <a:ext cx="3625850" cy="89535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60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Jacobian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Matrix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025" y="1373250"/>
            <a:ext cx="3095625" cy="89535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90195" marR="368300" indent="358140">
              <a:lnSpc>
                <a:spcPct val="140600"/>
              </a:lnSpc>
              <a:spcBef>
                <a:spcPts val="305"/>
              </a:spcBef>
            </a:pPr>
            <a:r>
              <a:rPr sz="1600" b="1" dirty="0">
                <a:latin typeface="Arial"/>
                <a:cs typeface="Arial"/>
              </a:rPr>
              <a:t>Differentiation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the </a:t>
            </a:r>
            <a:r>
              <a:rPr sz="1600" b="1" dirty="0">
                <a:latin typeface="Arial"/>
                <a:cs typeface="Arial"/>
              </a:rPr>
              <a:t>Forward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Kinematics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Eqs.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9876" y="1366900"/>
            <a:ext cx="3225800" cy="8953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</a:ln>
        </p:spPr>
        <p:txBody>
          <a:bodyPr vert="horz" wrap="square" lIns="0" tIns="198755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1565"/>
              </a:spcBef>
            </a:pPr>
            <a:r>
              <a:rPr sz="1600" b="1" dirty="0">
                <a:latin typeface="Arial"/>
                <a:cs typeface="Arial"/>
              </a:rPr>
              <a:t>Iterative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Propagation</a:t>
            </a:r>
            <a:endParaRPr sz="16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(Velocities</a:t>
            </a:r>
            <a:r>
              <a:rPr sz="1600" b="1" dirty="0">
                <a:latin typeface="Arial"/>
                <a:cs typeface="Arial"/>
              </a:rPr>
              <a:t> or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Forces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/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Torques)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43287" y="2270061"/>
            <a:ext cx="746125" cy="561975"/>
            <a:chOff x="3443287" y="2270061"/>
            <a:chExt cx="746125" cy="561975"/>
          </a:xfrm>
        </p:grpSpPr>
        <p:sp>
          <p:nvSpPr>
            <p:cNvPr id="7" name="object 7"/>
            <p:cNvSpPr/>
            <p:nvPr/>
          </p:nvSpPr>
          <p:spPr>
            <a:xfrm>
              <a:off x="3448050" y="2274823"/>
              <a:ext cx="736600" cy="552450"/>
            </a:xfrm>
            <a:custGeom>
              <a:avLst/>
              <a:gdLst/>
              <a:ahLst/>
              <a:cxnLst/>
              <a:rect l="l" t="t" r="r" b="b"/>
              <a:pathLst>
                <a:path w="736600" h="552450">
                  <a:moveTo>
                    <a:pt x="544449" y="0"/>
                  </a:moveTo>
                  <a:lnTo>
                    <a:pt x="192150" y="0"/>
                  </a:lnTo>
                  <a:lnTo>
                    <a:pt x="192150" y="278638"/>
                  </a:lnTo>
                  <a:lnTo>
                    <a:pt x="0" y="278638"/>
                  </a:lnTo>
                  <a:lnTo>
                    <a:pt x="368300" y="552450"/>
                  </a:lnTo>
                  <a:lnTo>
                    <a:pt x="736600" y="278638"/>
                  </a:lnTo>
                  <a:lnTo>
                    <a:pt x="544449" y="278638"/>
                  </a:lnTo>
                  <a:lnTo>
                    <a:pt x="544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8050" y="2274823"/>
              <a:ext cx="736600" cy="552450"/>
            </a:xfrm>
            <a:custGeom>
              <a:avLst/>
              <a:gdLst/>
              <a:ahLst/>
              <a:cxnLst/>
              <a:rect l="l" t="t" r="r" b="b"/>
              <a:pathLst>
                <a:path w="736600" h="552450">
                  <a:moveTo>
                    <a:pt x="0" y="278638"/>
                  </a:moveTo>
                  <a:lnTo>
                    <a:pt x="192150" y="278638"/>
                  </a:lnTo>
                  <a:lnTo>
                    <a:pt x="192150" y="0"/>
                  </a:lnTo>
                  <a:lnTo>
                    <a:pt x="544449" y="0"/>
                  </a:lnTo>
                  <a:lnTo>
                    <a:pt x="544449" y="278638"/>
                  </a:lnTo>
                  <a:lnTo>
                    <a:pt x="736600" y="278638"/>
                  </a:lnTo>
                  <a:lnTo>
                    <a:pt x="368300" y="552450"/>
                  </a:lnTo>
                  <a:lnTo>
                    <a:pt x="0" y="27863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35537" y="2263838"/>
            <a:ext cx="746125" cy="570230"/>
            <a:chOff x="4935537" y="2263838"/>
            <a:chExt cx="746125" cy="570230"/>
          </a:xfrm>
        </p:grpSpPr>
        <p:sp>
          <p:nvSpPr>
            <p:cNvPr id="10" name="object 10"/>
            <p:cNvSpPr/>
            <p:nvPr/>
          </p:nvSpPr>
          <p:spPr>
            <a:xfrm>
              <a:off x="4940300" y="2268601"/>
              <a:ext cx="736600" cy="560705"/>
            </a:xfrm>
            <a:custGeom>
              <a:avLst/>
              <a:gdLst/>
              <a:ahLst/>
              <a:cxnLst/>
              <a:rect l="l" t="t" r="r" b="b"/>
              <a:pathLst>
                <a:path w="736600" h="560705">
                  <a:moveTo>
                    <a:pt x="544449" y="0"/>
                  </a:moveTo>
                  <a:lnTo>
                    <a:pt x="192150" y="0"/>
                  </a:lnTo>
                  <a:lnTo>
                    <a:pt x="192150" y="282575"/>
                  </a:lnTo>
                  <a:lnTo>
                    <a:pt x="0" y="282575"/>
                  </a:lnTo>
                  <a:lnTo>
                    <a:pt x="368300" y="560324"/>
                  </a:lnTo>
                  <a:lnTo>
                    <a:pt x="736600" y="282575"/>
                  </a:lnTo>
                  <a:lnTo>
                    <a:pt x="544449" y="282575"/>
                  </a:lnTo>
                  <a:lnTo>
                    <a:pt x="544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40300" y="2268601"/>
              <a:ext cx="736600" cy="560705"/>
            </a:xfrm>
            <a:custGeom>
              <a:avLst/>
              <a:gdLst/>
              <a:ahLst/>
              <a:cxnLst/>
              <a:rect l="l" t="t" r="r" b="b"/>
              <a:pathLst>
                <a:path w="736600" h="560705">
                  <a:moveTo>
                    <a:pt x="0" y="282575"/>
                  </a:moveTo>
                  <a:lnTo>
                    <a:pt x="192150" y="282575"/>
                  </a:lnTo>
                  <a:lnTo>
                    <a:pt x="192150" y="0"/>
                  </a:lnTo>
                  <a:lnTo>
                    <a:pt x="544449" y="0"/>
                  </a:lnTo>
                  <a:lnTo>
                    <a:pt x="544449" y="282575"/>
                  </a:lnTo>
                  <a:lnTo>
                    <a:pt x="736600" y="282575"/>
                  </a:lnTo>
                  <a:lnTo>
                    <a:pt x="368300" y="560324"/>
                  </a:lnTo>
                  <a:lnTo>
                    <a:pt x="0" y="2825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Introduction</a:t>
            </a:r>
            <a:r>
              <a:rPr spc="-4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0" dirty="0"/>
              <a:t> </a:t>
            </a:r>
            <a:r>
              <a:rPr spc="-10" dirty="0"/>
              <a:t>Propagation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9F0228C-9F5C-77F3-7020-40C03708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60" y="1268543"/>
            <a:ext cx="8992379" cy="4320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05"/>
              </a:spcBef>
            </a:pPr>
            <a:r>
              <a:rPr dirty="0"/>
              <a:t>Summary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Changing</a:t>
            </a:r>
            <a:r>
              <a:rPr spc="-30" dirty="0"/>
              <a:t> </a:t>
            </a:r>
            <a:r>
              <a:rPr dirty="0"/>
              <a:t>Frame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50924"/>
            <a:ext cx="306959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Rotational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Vector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044" y="2863723"/>
            <a:ext cx="139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Matrix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327016"/>
            <a:ext cx="1887855" cy="143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marR="53975" indent="-342900" algn="r">
              <a:lnSpc>
                <a:spcPct val="100000"/>
              </a:lnSpc>
              <a:spcBef>
                <a:spcPts val="9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86385" marR="5080" lvl="1" indent="-286385" algn="r">
              <a:lnSpc>
                <a:spcPct val="100000"/>
              </a:lnSpc>
              <a:buChar char="–"/>
              <a:tabLst>
                <a:tab pos="286385" algn="l"/>
              </a:tabLst>
            </a:pPr>
            <a:r>
              <a:rPr sz="1600" dirty="0">
                <a:latin typeface="Arial"/>
                <a:cs typeface="Arial"/>
              </a:rPr>
              <a:t>Vector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44"/>
              </a:spcBef>
              <a:buFont typeface="Arial"/>
              <a:buChar char="–"/>
            </a:pPr>
            <a:endParaRPr sz="1600">
              <a:latin typeface="Arial"/>
              <a:cs typeface="Arial"/>
            </a:endParaRPr>
          </a:p>
          <a:p>
            <a:pPr marL="286385" marR="38735" lvl="1" indent="-286385" algn="r">
              <a:lnSpc>
                <a:spcPct val="100000"/>
              </a:lnSpc>
              <a:spcBef>
                <a:spcPts val="5"/>
              </a:spcBef>
              <a:buChar char="–"/>
              <a:tabLst>
                <a:tab pos="286385" algn="l"/>
              </a:tabLst>
            </a:pPr>
            <a:r>
              <a:rPr sz="1600" dirty="0">
                <a:latin typeface="Arial"/>
                <a:cs typeface="Arial"/>
              </a:rPr>
              <a:t>Matrix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3534" y="2163697"/>
            <a:ext cx="3663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6162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3312" y="2335335"/>
            <a:ext cx="8578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50825" algn="l"/>
                <a:tab pos="73660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4848" y="2335335"/>
            <a:ext cx="1206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2454" y="2163697"/>
            <a:ext cx="87503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46379" algn="l"/>
                <a:tab pos="77025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4580" y="2335335"/>
            <a:ext cx="67373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68960" algn="l"/>
              </a:tabLst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9352" y="2335335"/>
            <a:ext cx="1206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7704" y="2163697"/>
            <a:ext cx="6019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9720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2214" y="2171444"/>
            <a:ext cx="311785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078865" algn="l"/>
              </a:tabLst>
            </a:pP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46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</a:t>
            </a:r>
            <a:r>
              <a:rPr sz="1900" spc="305" dirty="0">
                <a:latin typeface="Times New Roman"/>
                <a:cs typeface="Times New Roman"/>
              </a:rPr>
              <a:t> </a:t>
            </a:r>
            <a:r>
              <a:rPr sz="1900" i="1" spc="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46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31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46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Symbol"/>
                <a:cs typeface="Symbol"/>
              </a:rPr>
              <a:t>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</a:t>
            </a:r>
            <a:r>
              <a:rPr sz="1900" spc="49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305" dirty="0">
                <a:latin typeface="Times New Roman"/>
                <a:cs typeface="Times New Roman"/>
              </a:rPr>
              <a:t> </a:t>
            </a:r>
            <a:r>
              <a:rPr sz="1900" i="1" spc="-390" dirty="0">
                <a:latin typeface="Times New Roman"/>
                <a:cs typeface="Times New Roman"/>
              </a:rPr>
              <a:t>P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53059" y="1285875"/>
            <a:ext cx="3035300" cy="2803525"/>
            <a:chOff x="5153059" y="1285875"/>
            <a:chExt cx="3035300" cy="28035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3059" y="1285875"/>
              <a:ext cx="3035265" cy="28035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19774" y="1771649"/>
              <a:ext cx="981710" cy="947419"/>
            </a:xfrm>
            <a:custGeom>
              <a:avLst/>
              <a:gdLst/>
              <a:ahLst/>
              <a:cxnLst/>
              <a:rect l="l" t="t" r="r" b="b"/>
              <a:pathLst>
                <a:path w="981709" h="947419">
                  <a:moveTo>
                    <a:pt x="981583" y="926338"/>
                  </a:moveTo>
                  <a:lnTo>
                    <a:pt x="438556" y="402818"/>
                  </a:lnTo>
                  <a:lnTo>
                    <a:pt x="445516" y="385318"/>
                  </a:lnTo>
                  <a:lnTo>
                    <a:pt x="452628" y="361950"/>
                  </a:lnTo>
                  <a:lnTo>
                    <a:pt x="457708" y="337439"/>
                  </a:lnTo>
                  <a:lnTo>
                    <a:pt x="460883" y="312166"/>
                  </a:lnTo>
                  <a:lnTo>
                    <a:pt x="462026" y="286131"/>
                  </a:lnTo>
                  <a:lnTo>
                    <a:pt x="461518" y="269240"/>
                  </a:lnTo>
                  <a:lnTo>
                    <a:pt x="454914" y="220218"/>
                  </a:lnTo>
                  <a:lnTo>
                    <a:pt x="440817" y="174117"/>
                  </a:lnTo>
                  <a:lnTo>
                    <a:pt x="422325" y="137033"/>
                  </a:lnTo>
                  <a:lnTo>
                    <a:pt x="419608" y="132334"/>
                  </a:lnTo>
                  <a:lnTo>
                    <a:pt x="419354" y="131826"/>
                  </a:lnTo>
                  <a:lnTo>
                    <a:pt x="419227" y="131699"/>
                  </a:lnTo>
                  <a:lnTo>
                    <a:pt x="411391" y="122085"/>
                  </a:lnTo>
                  <a:lnTo>
                    <a:pt x="421220" y="112522"/>
                  </a:lnTo>
                  <a:lnTo>
                    <a:pt x="436118" y="98044"/>
                  </a:lnTo>
                  <a:lnTo>
                    <a:pt x="355727" y="69850"/>
                  </a:lnTo>
                  <a:lnTo>
                    <a:pt x="381508" y="151130"/>
                  </a:lnTo>
                  <a:lnTo>
                    <a:pt x="404558" y="128714"/>
                  </a:lnTo>
                  <a:lnTo>
                    <a:pt x="411810" y="137617"/>
                  </a:lnTo>
                  <a:lnTo>
                    <a:pt x="411480" y="137033"/>
                  </a:lnTo>
                  <a:lnTo>
                    <a:pt x="411861" y="137668"/>
                  </a:lnTo>
                  <a:lnTo>
                    <a:pt x="431800" y="177419"/>
                  </a:lnTo>
                  <a:lnTo>
                    <a:pt x="445516" y="221996"/>
                  </a:lnTo>
                  <a:lnTo>
                    <a:pt x="451993" y="269494"/>
                  </a:lnTo>
                  <a:lnTo>
                    <a:pt x="452501" y="285750"/>
                  </a:lnTo>
                  <a:lnTo>
                    <a:pt x="451485" y="311023"/>
                  </a:lnTo>
                  <a:lnTo>
                    <a:pt x="448437" y="335534"/>
                  </a:lnTo>
                  <a:lnTo>
                    <a:pt x="443484" y="359156"/>
                  </a:lnTo>
                  <a:lnTo>
                    <a:pt x="436626" y="381762"/>
                  </a:lnTo>
                  <a:lnTo>
                    <a:pt x="431139" y="395668"/>
                  </a:lnTo>
                  <a:lnTo>
                    <a:pt x="71767" y="49187"/>
                  </a:lnTo>
                  <a:lnTo>
                    <a:pt x="81368" y="39243"/>
                  </a:lnTo>
                  <a:lnTo>
                    <a:pt x="91567" y="28702"/>
                  </a:lnTo>
                  <a:lnTo>
                    <a:pt x="0" y="0"/>
                  </a:lnTo>
                  <a:lnTo>
                    <a:pt x="32004" y="90297"/>
                  </a:lnTo>
                  <a:lnTo>
                    <a:pt x="51841" y="69773"/>
                  </a:lnTo>
                  <a:lnTo>
                    <a:pt x="418261" y="423049"/>
                  </a:lnTo>
                  <a:lnTo>
                    <a:pt x="393319" y="459994"/>
                  </a:lnTo>
                  <a:lnTo>
                    <a:pt x="363601" y="489966"/>
                  </a:lnTo>
                  <a:lnTo>
                    <a:pt x="329425" y="512572"/>
                  </a:lnTo>
                  <a:lnTo>
                    <a:pt x="291719" y="526923"/>
                  </a:lnTo>
                  <a:lnTo>
                    <a:pt x="251320" y="531876"/>
                  </a:lnTo>
                  <a:lnTo>
                    <a:pt x="238252" y="531368"/>
                  </a:lnTo>
                  <a:lnTo>
                    <a:pt x="200025" y="523748"/>
                  </a:lnTo>
                  <a:lnTo>
                    <a:pt x="164084" y="507619"/>
                  </a:lnTo>
                  <a:lnTo>
                    <a:pt x="131191" y="483489"/>
                  </a:lnTo>
                  <a:lnTo>
                    <a:pt x="102616" y="451993"/>
                  </a:lnTo>
                  <a:lnTo>
                    <a:pt x="78994" y="413385"/>
                  </a:lnTo>
                  <a:lnTo>
                    <a:pt x="70485" y="417957"/>
                  </a:lnTo>
                  <a:lnTo>
                    <a:pt x="94869" y="457454"/>
                  </a:lnTo>
                  <a:lnTo>
                    <a:pt x="124587" y="490347"/>
                  </a:lnTo>
                  <a:lnTo>
                    <a:pt x="159004" y="515747"/>
                  </a:lnTo>
                  <a:lnTo>
                    <a:pt x="196723" y="532765"/>
                  </a:lnTo>
                  <a:lnTo>
                    <a:pt x="237096" y="540766"/>
                  </a:lnTo>
                  <a:lnTo>
                    <a:pt x="250952" y="541401"/>
                  </a:lnTo>
                  <a:lnTo>
                    <a:pt x="261874" y="541147"/>
                  </a:lnTo>
                  <a:lnTo>
                    <a:pt x="304025" y="533273"/>
                  </a:lnTo>
                  <a:lnTo>
                    <a:pt x="308063" y="531876"/>
                  </a:lnTo>
                  <a:lnTo>
                    <a:pt x="313944" y="529844"/>
                  </a:lnTo>
                  <a:lnTo>
                    <a:pt x="351790" y="510413"/>
                  </a:lnTo>
                  <a:lnTo>
                    <a:pt x="385445" y="482854"/>
                  </a:lnTo>
                  <a:lnTo>
                    <a:pt x="414020" y="448183"/>
                  </a:lnTo>
                  <a:lnTo>
                    <a:pt x="425323" y="429856"/>
                  </a:lnTo>
                  <a:lnTo>
                    <a:pt x="961644" y="946912"/>
                  </a:lnTo>
                  <a:lnTo>
                    <a:pt x="981583" y="926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18145" y="1633533"/>
            <a:ext cx="88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Times New Roman"/>
                <a:cs typeface="Times New Roman"/>
              </a:rPr>
              <a:t>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77087" y="1439946"/>
            <a:ext cx="28511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800" i="1" dirty="0">
                <a:latin typeface="Times New Roman"/>
                <a:cs typeface="Times New Roman"/>
              </a:rPr>
              <a:t>A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2025" spc="-75" baseline="-24691" dirty="0">
                <a:latin typeface="Symbol"/>
                <a:cs typeface="Symbol"/>
              </a:rPr>
              <a:t></a:t>
            </a:r>
            <a:endParaRPr sz="2025" baseline="-24691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0243" y="3465447"/>
            <a:ext cx="38290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813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22689" y="3465447"/>
            <a:ext cx="11683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32717" y="3637085"/>
            <a:ext cx="68643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82295" algn="l"/>
              </a:tabLst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7244" y="3637085"/>
            <a:ext cx="1333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03485" y="3637085"/>
            <a:ext cx="13912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02895" algn="l"/>
                <a:tab pos="551815" algn="l"/>
                <a:tab pos="127000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0" dirty="0">
                <a:latin typeface="Symbol"/>
                <a:cs typeface="Symbol"/>
              </a:rPr>
              <a:t>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24553" y="3329728"/>
            <a:ext cx="2214245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9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20" dirty="0">
                <a:latin typeface="Times New Roman"/>
                <a:cs typeface="Times New Roman"/>
              </a:rPr>
              <a:t>  </a:t>
            </a:r>
            <a:r>
              <a:rPr sz="3050" spc="-355" dirty="0">
                <a:latin typeface="Symbol"/>
                <a:cs typeface="Symbol"/>
              </a:rPr>
              <a:t></a:t>
            </a:r>
            <a:r>
              <a:rPr sz="3050" spc="31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33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P</a:t>
            </a:r>
            <a:r>
              <a:rPr sz="1900" i="1" spc="265" dirty="0">
                <a:latin typeface="Times New Roman"/>
                <a:cs typeface="Times New Roman"/>
              </a:rPr>
              <a:t> </a:t>
            </a:r>
            <a:r>
              <a:rPr sz="3050" spc="-405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0102" y="3473194"/>
            <a:ext cx="81280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45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Symbol"/>
                <a:cs typeface="Symbol"/>
              </a:rPr>
              <a:t></a:t>
            </a:r>
            <a:r>
              <a:rPr sz="1650" i="1" spc="67" baseline="42929" dirty="0">
                <a:latin typeface="Times New Roman"/>
                <a:cs typeface="Times New Roman"/>
              </a:rPr>
              <a:t>A</a:t>
            </a:r>
            <a:r>
              <a:rPr sz="1900" i="1" spc="4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53818" y="3409312"/>
            <a:ext cx="11112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44575" y="2117788"/>
            <a:ext cx="3691254" cy="535305"/>
          </a:xfrm>
          <a:custGeom>
            <a:avLst/>
            <a:gdLst/>
            <a:ahLst/>
            <a:cxnLst/>
            <a:rect l="l" t="t" r="r" b="b"/>
            <a:pathLst>
              <a:path w="3691254" h="535305">
                <a:moveTo>
                  <a:pt x="0" y="534987"/>
                </a:moveTo>
                <a:lnTo>
                  <a:pt x="3691001" y="534987"/>
                </a:lnTo>
                <a:lnTo>
                  <a:pt x="3691001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11237" y="3409886"/>
            <a:ext cx="3691254" cy="535305"/>
          </a:xfrm>
          <a:custGeom>
            <a:avLst/>
            <a:gdLst/>
            <a:ahLst/>
            <a:cxnLst/>
            <a:rect l="l" t="t" r="r" b="b"/>
            <a:pathLst>
              <a:path w="3691254" h="535304">
                <a:moveTo>
                  <a:pt x="0" y="534987"/>
                </a:moveTo>
                <a:lnTo>
                  <a:pt x="3690874" y="534987"/>
                </a:lnTo>
                <a:lnTo>
                  <a:pt x="3690874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846894" y="2303735"/>
            <a:ext cx="97790" cy="146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i="1" spc="-50" dirty="0">
                <a:latin typeface="Times New Roman"/>
                <a:cs typeface="Times New Roman"/>
              </a:rPr>
              <a:t>Q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71820" y="2112168"/>
            <a:ext cx="2565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spc="35" dirty="0">
                <a:latin typeface="Times New Roman"/>
                <a:cs typeface="Times New Roman"/>
              </a:rPr>
              <a:t>B</a:t>
            </a:r>
            <a:r>
              <a:rPr sz="2025" i="1" spc="52" baseline="-24691" dirty="0">
                <a:latin typeface="Times New Roman"/>
                <a:cs typeface="Times New Roman"/>
              </a:rPr>
              <a:t>P</a:t>
            </a:r>
            <a:endParaRPr sz="2025" baseline="-24691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92175" y="1873313"/>
            <a:ext cx="7799705" cy="2275205"/>
            <a:chOff x="892175" y="1873313"/>
            <a:chExt cx="7799705" cy="2275205"/>
          </a:xfrm>
        </p:grpSpPr>
        <p:sp>
          <p:nvSpPr>
            <p:cNvPr id="32" name="object 32"/>
            <p:cNvSpPr/>
            <p:nvPr/>
          </p:nvSpPr>
          <p:spPr>
            <a:xfrm>
              <a:off x="7499350" y="1873313"/>
              <a:ext cx="200025" cy="268605"/>
            </a:xfrm>
            <a:custGeom>
              <a:avLst/>
              <a:gdLst/>
              <a:ahLst/>
              <a:cxnLst/>
              <a:rect l="l" t="t" r="r" b="b"/>
              <a:pathLst>
                <a:path w="200025" h="268605">
                  <a:moveTo>
                    <a:pt x="200025" y="0"/>
                  </a:moveTo>
                  <a:lnTo>
                    <a:pt x="0" y="0"/>
                  </a:lnTo>
                  <a:lnTo>
                    <a:pt x="0" y="268287"/>
                  </a:lnTo>
                  <a:lnTo>
                    <a:pt x="200025" y="268287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96937" y="4097274"/>
              <a:ext cx="7790180" cy="46355"/>
            </a:xfrm>
            <a:custGeom>
              <a:avLst/>
              <a:gdLst/>
              <a:ahLst/>
              <a:cxnLst/>
              <a:rect l="l" t="t" r="r" b="b"/>
              <a:pathLst>
                <a:path w="7790180" h="46354">
                  <a:moveTo>
                    <a:pt x="7789862" y="46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54057" y="5736005"/>
            <a:ext cx="19462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88290" algn="l"/>
                <a:tab pos="584200" algn="l"/>
                <a:tab pos="843915" algn="l"/>
                <a:tab pos="1143635" algn="l"/>
                <a:tab pos="1418590" algn="l"/>
                <a:tab pos="168783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C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Symbol"/>
                <a:cs typeface="Symbol"/>
              </a:rPr>
              <a:t>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Symbol"/>
                <a:cs typeface="Symbol"/>
              </a:rPr>
              <a:t>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C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0" dirty="0">
                <a:latin typeface="Symbol"/>
                <a:cs typeface="Symbol"/>
              </a:rPr>
              <a:t>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60936" y="5573262"/>
            <a:ext cx="13131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580390" algn="l"/>
              </a:tabLst>
            </a:pPr>
            <a:r>
              <a:rPr sz="1900" spc="60" dirty="0">
                <a:latin typeface="Symbol"/>
                <a:cs typeface="Symbol"/>
              </a:rPr>
              <a:t>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650" i="1" spc="322" baseline="42929" dirty="0">
                <a:latin typeface="Times New Roman"/>
                <a:cs typeface="Times New Roman"/>
              </a:rPr>
              <a:t>A</a:t>
            </a:r>
            <a:r>
              <a:rPr sz="1900" i="1" spc="-540" dirty="0">
                <a:latin typeface="Times New Roman"/>
                <a:cs typeface="Times New Roman"/>
              </a:rPr>
              <a:t>R</a:t>
            </a:r>
            <a:r>
              <a:rPr sz="2850" spc="367" baseline="14619" dirty="0">
                <a:latin typeface="Arial"/>
                <a:cs typeface="Arial"/>
              </a:rPr>
              <a:t>˙</a:t>
            </a:r>
            <a:r>
              <a:rPr sz="2850" baseline="14619" dirty="0">
                <a:latin typeface="Arial"/>
                <a:cs typeface="Arial"/>
              </a:rPr>
              <a:t>	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650" i="1" spc="179" baseline="42929" dirty="0">
                <a:latin typeface="Times New Roman"/>
                <a:cs typeface="Times New Roman"/>
              </a:rPr>
              <a:t>B</a:t>
            </a:r>
            <a:r>
              <a:rPr sz="1900" i="1" spc="-660" dirty="0">
                <a:latin typeface="Times New Roman"/>
                <a:cs typeface="Times New Roman"/>
              </a:rPr>
              <a:t>R</a:t>
            </a:r>
            <a:r>
              <a:rPr sz="2850" spc="187" baseline="14619" dirty="0">
                <a:latin typeface="Arial"/>
                <a:cs typeface="Arial"/>
              </a:rPr>
              <a:t>˙</a:t>
            </a:r>
            <a:endParaRPr sz="2850" baseline="14619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57659" y="5463828"/>
            <a:ext cx="226250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865630" algn="l"/>
              </a:tabLst>
            </a:pPr>
            <a:r>
              <a:rPr sz="1100" i="1" spc="295" dirty="0">
                <a:latin typeface="Times New Roman"/>
                <a:cs typeface="Times New Roman"/>
              </a:rPr>
              <a:t>A</a:t>
            </a:r>
            <a:r>
              <a:rPr sz="2850" i="1" spc="-869" baseline="-24853" dirty="0">
                <a:latin typeface="Times New Roman"/>
                <a:cs typeface="Times New Roman"/>
              </a:rPr>
              <a:t>R</a:t>
            </a:r>
            <a:r>
              <a:rPr sz="2850" spc="307" baseline="-10233" dirty="0">
                <a:latin typeface="Arial"/>
                <a:cs typeface="Arial"/>
              </a:rPr>
              <a:t>˙</a:t>
            </a:r>
            <a:r>
              <a:rPr sz="2850" baseline="-10233" dirty="0">
                <a:latin typeface="Arial"/>
                <a:cs typeface="Arial"/>
              </a:rPr>
              <a:t>	</a:t>
            </a:r>
            <a:r>
              <a:rPr sz="1100" i="1" spc="55" dirty="0">
                <a:latin typeface="Times New Roman"/>
                <a:cs typeface="Times New Roman"/>
              </a:rPr>
              <a:t>A</a:t>
            </a:r>
            <a:r>
              <a:rPr sz="2850" i="1" spc="82" baseline="-24853" dirty="0">
                <a:latin typeface="Times New Roman"/>
                <a:cs typeface="Times New Roman"/>
              </a:rPr>
              <a:t>R</a:t>
            </a:r>
            <a:r>
              <a:rPr sz="1100" i="1" spc="55" dirty="0"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34752" y="4916037"/>
            <a:ext cx="1921510" cy="3600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100">
              <a:latin typeface="Times New Roman"/>
              <a:cs typeface="Times New Roman"/>
            </a:endParaRPr>
          </a:p>
          <a:p>
            <a:pPr marL="337185" marR="30480" indent="-299720">
              <a:lnSpc>
                <a:spcPct val="32500"/>
              </a:lnSpc>
              <a:tabLst>
                <a:tab pos="471170" algn="l"/>
                <a:tab pos="931544" algn="l"/>
                <a:tab pos="1205230" algn="l"/>
                <a:tab pos="1783080" algn="l"/>
              </a:tabLst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650" i="1" spc="-179" baseline="42929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Symbol"/>
                <a:cs typeface="Symbol"/>
              </a:rPr>
              <a:t></a:t>
            </a:r>
            <a:r>
              <a:rPr sz="1900" dirty="0">
                <a:latin typeface="Times New Roman"/>
                <a:cs typeface="Times New Roman"/>
              </a:rPr>
              <a:t>		</a:t>
            </a:r>
            <a:r>
              <a:rPr sz="1900" spc="125" dirty="0">
                <a:latin typeface="Symbol"/>
                <a:cs typeface="Symbol"/>
              </a:rPr>
              <a:t></a:t>
            </a:r>
            <a:r>
              <a:rPr sz="1650" i="1" spc="187" baseline="42929" dirty="0">
                <a:latin typeface="Times New Roman"/>
                <a:cs typeface="Times New Roman"/>
              </a:rPr>
              <a:t>A</a:t>
            </a:r>
            <a:r>
              <a:rPr sz="1900" spc="125" dirty="0">
                <a:latin typeface="Symbol"/>
                <a:cs typeface="Symbol"/>
              </a:rPr>
              <a:t></a:t>
            </a:r>
            <a:r>
              <a:rPr sz="1900" spc="65" dirty="0">
                <a:latin typeface="Times New Roman"/>
                <a:cs typeface="Times New Roman"/>
              </a:rPr>
              <a:t> 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650" i="1" spc="-195" baseline="42929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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C</a:t>
            </a:r>
            <a:r>
              <a:rPr sz="1100" i="1" dirty="0">
                <a:latin typeface="Times New Roman"/>
                <a:cs typeface="Times New Roman"/>
              </a:rPr>
              <a:t>	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05175" y="5495925"/>
            <a:ext cx="2514600" cy="535305"/>
          </a:xfrm>
          <a:custGeom>
            <a:avLst/>
            <a:gdLst/>
            <a:ahLst/>
            <a:cxnLst/>
            <a:rect l="l" t="t" r="r" b="b"/>
            <a:pathLst>
              <a:path w="2514600" h="535304">
                <a:moveTo>
                  <a:pt x="0" y="534987"/>
                </a:moveTo>
                <a:lnTo>
                  <a:pt x="2514600" y="534987"/>
                </a:lnTo>
                <a:lnTo>
                  <a:pt x="2514600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08350" y="4829238"/>
            <a:ext cx="2514600" cy="535305"/>
          </a:xfrm>
          <a:custGeom>
            <a:avLst/>
            <a:gdLst/>
            <a:ahLst/>
            <a:cxnLst/>
            <a:rect l="l" t="t" r="r" b="b"/>
            <a:pathLst>
              <a:path w="2514600" h="535304">
                <a:moveTo>
                  <a:pt x="0" y="534987"/>
                </a:moveTo>
                <a:lnTo>
                  <a:pt x="2514600" y="534987"/>
                </a:lnTo>
                <a:lnTo>
                  <a:pt x="2514600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952109" y="5094478"/>
            <a:ext cx="371475" cy="112395"/>
          </a:xfrm>
          <a:custGeom>
            <a:avLst/>
            <a:gdLst/>
            <a:ahLst/>
            <a:cxnLst/>
            <a:rect l="l" t="t" r="r" b="b"/>
            <a:pathLst>
              <a:path w="371475" h="112395">
                <a:moveTo>
                  <a:pt x="0" y="45720"/>
                </a:moveTo>
                <a:lnTo>
                  <a:pt x="8508" y="42926"/>
                </a:lnTo>
                <a:lnTo>
                  <a:pt x="14350" y="40132"/>
                </a:lnTo>
                <a:lnTo>
                  <a:pt x="23494" y="41402"/>
                </a:lnTo>
                <a:lnTo>
                  <a:pt x="36633" y="42596"/>
                </a:lnTo>
                <a:lnTo>
                  <a:pt x="49926" y="43529"/>
                </a:lnTo>
                <a:lnTo>
                  <a:pt x="63339" y="44223"/>
                </a:lnTo>
                <a:lnTo>
                  <a:pt x="76835" y="44704"/>
                </a:lnTo>
                <a:lnTo>
                  <a:pt x="97889" y="45745"/>
                </a:lnTo>
                <a:lnTo>
                  <a:pt x="118967" y="46180"/>
                </a:lnTo>
                <a:lnTo>
                  <a:pt x="140092" y="46257"/>
                </a:lnTo>
                <a:lnTo>
                  <a:pt x="161289" y="46228"/>
                </a:lnTo>
                <a:lnTo>
                  <a:pt x="184977" y="45781"/>
                </a:lnTo>
                <a:lnTo>
                  <a:pt x="208581" y="44656"/>
                </a:lnTo>
                <a:lnTo>
                  <a:pt x="232066" y="43174"/>
                </a:lnTo>
                <a:lnTo>
                  <a:pt x="255396" y="41656"/>
                </a:lnTo>
                <a:lnTo>
                  <a:pt x="281489" y="40130"/>
                </a:lnTo>
                <a:lnTo>
                  <a:pt x="307546" y="38687"/>
                </a:lnTo>
                <a:lnTo>
                  <a:pt x="333531" y="37459"/>
                </a:lnTo>
                <a:lnTo>
                  <a:pt x="359410" y="36576"/>
                </a:lnTo>
                <a:lnTo>
                  <a:pt x="366140" y="35941"/>
                </a:lnTo>
                <a:lnTo>
                  <a:pt x="367664" y="35941"/>
                </a:lnTo>
                <a:lnTo>
                  <a:pt x="371220" y="36576"/>
                </a:lnTo>
                <a:lnTo>
                  <a:pt x="363981" y="34036"/>
                </a:lnTo>
                <a:lnTo>
                  <a:pt x="360044" y="32893"/>
                </a:lnTo>
                <a:lnTo>
                  <a:pt x="352425" y="32004"/>
                </a:lnTo>
              </a:path>
              <a:path w="371475" h="112395">
                <a:moveTo>
                  <a:pt x="176529" y="3048"/>
                </a:moveTo>
                <a:lnTo>
                  <a:pt x="178688" y="1778"/>
                </a:lnTo>
                <a:lnTo>
                  <a:pt x="180466" y="889"/>
                </a:lnTo>
                <a:lnTo>
                  <a:pt x="182244" y="0"/>
                </a:lnTo>
                <a:lnTo>
                  <a:pt x="137759" y="17926"/>
                </a:lnTo>
                <a:lnTo>
                  <a:pt x="107239" y="24967"/>
                </a:lnTo>
                <a:lnTo>
                  <a:pt x="92075" y="28321"/>
                </a:lnTo>
                <a:lnTo>
                  <a:pt x="53308" y="34956"/>
                </a:lnTo>
                <a:lnTo>
                  <a:pt x="18033" y="59436"/>
                </a:lnTo>
                <a:lnTo>
                  <a:pt x="23240" y="64262"/>
                </a:lnTo>
                <a:lnTo>
                  <a:pt x="59566" y="84653"/>
                </a:lnTo>
                <a:lnTo>
                  <a:pt x="70103" y="88900"/>
                </a:lnTo>
                <a:lnTo>
                  <a:pt x="85032" y="95504"/>
                </a:lnTo>
                <a:lnTo>
                  <a:pt x="105044" y="104012"/>
                </a:lnTo>
                <a:lnTo>
                  <a:pt x="125271" y="110617"/>
                </a:lnTo>
                <a:lnTo>
                  <a:pt x="140842" y="111506"/>
                </a:lnTo>
                <a:lnTo>
                  <a:pt x="144525" y="112395"/>
                </a:lnTo>
                <a:lnTo>
                  <a:pt x="145414" y="112395"/>
                </a:lnTo>
                <a:lnTo>
                  <a:pt x="144144" y="108458"/>
                </a:lnTo>
              </a:path>
              <a:path w="371475" h="112395">
                <a:moveTo>
                  <a:pt x="177418" y="3937"/>
                </a:moveTo>
                <a:lnTo>
                  <a:pt x="174952" y="49434"/>
                </a:lnTo>
                <a:lnTo>
                  <a:pt x="174894" y="59245"/>
                </a:lnTo>
                <a:lnTo>
                  <a:pt x="174956" y="69056"/>
                </a:lnTo>
                <a:lnTo>
                  <a:pt x="175005" y="78867"/>
                </a:lnTo>
                <a:lnTo>
                  <a:pt x="174370" y="86868"/>
                </a:lnTo>
                <a:lnTo>
                  <a:pt x="174370" y="88900"/>
                </a:lnTo>
                <a:lnTo>
                  <a:pt x="173736" y="93853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9790">
              <a:lnSpc>
                <a:spcPct val="100000"/>
              </a:lnSpc>
              <a:spcBef>
                <a:spcPts val="105"/>
              </a:spcBef>
            </a:pPr>
            <a:r>
              <a:rPr dirty="0"/>
              <a:t>Frame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Velocity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602855" cy="134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302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As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vector,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vector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described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frame,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reference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leading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superscript.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vector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computed</a:t>
            </a:r>
            <a:r>
              <a:rPr sz="1600" b="1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in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frame</a:t>
            </a:r>
            <a:r>
              <a:rPr sz="1600" u="none" spc="-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{B}</a:t>
            </a:r>
            <a:r>
              <a:rPr sz="1600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and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represented</a:t>
            </a:r>
            <a:r>
              <a:rPr sz="1600" b="1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in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frame</a:t>
            </a:r>
            <a:r>
              <a:rPr sz="1600" u="none" spc="-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{A}</a:t>
            </a:r>
            <a:r>
              <a:rPr sz="1600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would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5" dirty="0">
                <a:latin typeface="Arial"/>
                <a:cs typeface="Arial"/>
              </a:rPr>
              <a:t>be </a:t>
            </a:r>
            <a:r>
              <a:rPr sz="1600" u="none" spc="-10" dirty="0">
                <a:latin typeface="Arial"/>
                <a:cs typeface="Arial"/>
              </a:rPr>
              <a:t>written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30207" y="4068709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>
                <a:moveTo>
                  <a:pt x="0" y="0"/>
                </a:moveTo>
                <a:lnTo>
                  <a:pt x="296236" y="0"/>
                </a:lnTo>
              </a:path>
            </a:pathLst>
          </a:custGeom>
          <a:ln w="98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97204" y="4035722"/>
            <a:ext cx="129539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8887" y="3866270"/>
            <a:ext cx="31496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175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6549" y="4062264"/>
            <a:ext cx="21399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i="1" spc="-25" dirty="0">
                <a:latin typeface="Times New Roman"/>
                <a:cs typeface="Times New Roman"/>
              </a:rPr>
              <a:t>dt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0649" y="3612527"/>
            <a:ext cx="432434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2850" i="1" baseline="-24853" dirty="0">
                <a:latin typeface="Times New Roman"/>
                <a:cs typeface="Times New Roman"/>
              </a:rPr>
              <a:t>d</a:t>
            </a:r>
            <a:r>
              <a:rPr sz="2850" i="1" spc="-15" baseline="-24853" dirty="0">
                <a:latin typeface="Times New Roman"/>
                <a:cs typeface="Times New Roman"/>
              </a:rPr>
              <a:t> </a:t>
            </a:r>
            <a:r>
              <a:rPr sz="1650" i="1" spc="-75" baseline="-60606" dirty="0">
                <a:latin typeface="Times New Roman"/>
                <a:cs typeface="Times New Roman"/>
              </a:rPr>
              <a:t>B</a:t>
            </a:r>
            <a:endParaRPr sz="1650" baseline="-6060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8566" y="3873608"/>
            <a:ext cx="146494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203960" algn="l"/>
              </a:tabLst>
            </a:pP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3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P</a:t>
            </a:r>
            <a:r>
              <a:rPr sz="1650" i="1" spc="-37" baseline="-25252" dirty="0">
                <a:latin typeface="Times New Roman"/>
                <a:cs typeface="Times New Roman"/>
              </a:rPr>
              <a:t>Q</a:t>
            </a:r>
            <a:endParaRPr sz="1650" baseline="-25252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0879" y="2884736"/>
            <a:ext cx="2811145" cy="284324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44790" y="3051809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50" dirty="0">
                <a:latin typeface="Times New Roman"/>
                <a:cs typeface="Times New Roman"/>
              </a:rPr>
              <a:t>Q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0976" y="4035425"/>
            <a:ext cx="288925" cy="992505"/>
          </a:xfrm>
          <a:custGeom>
            <a:avLst/>
            <a:gdLst/>
            <a:ahLst/>
            <a:cxnLst/>
            <a:rect l="l" t="t" r="r" b="b"/>
            <a:pathLst>
              <a:path w="288925" h="992504">
                <a:moveTo>
                  <a:pt x="288798" y="465074"/>
                </a:moveTo>
                <a:lnTo>
                  <a:pt x="288798" y="992124"/>
                </a:lnTo>
              </a:path>
              <a:path w="288925" h="992504">
                <a:moveTo>
                  <a:pt x="288798" y="57937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65222" y="4528565"/>
            <a:ext cx="9747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Computed (Measured)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65401" y="3041650"/>
            <a:ext cx="462280" cy="809625"/>
          </a:xfrm>
          <a:custGeom>
            <a:avLst/>
            <a:gdLst/>
            <a:ahLst/>
            <a:cxnLst/>
            <a:rect l="l" t="t" r="r" b="b"/>
            <a:pathLst>
              <a:path w="462280" h="809625">
                <a:moveTo>
                  <a:pt x="461899" y="0"/>
                </a:moveTo>
                <a:lnTo>
                  <a:pt x="461899" y="527050"/>
                </a:lnTo>
              </a:path>
              <a:path w="462280" h="809625">
                <a:moveTo>
                  <a:pt x="461899" y="114300"/>
                </a:moveTo>
                <a:lnTo>
                  <a:pt x="0" y="8096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82620" y="3069082"/>
            <a:ext cx="15849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Represented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(Reference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Frame)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99859" y="4514128"/>
            <a:ext cx="3397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6480" y="4674682"/>
            <a:ext cx="39433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0739" y="4406010"/>
            <a:ext cx="29400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Times New Roman"/>
                <a:cs typeface="Times New Roman"/>
              </a:rPr>
              <a:t>A</a:t>
            </a:r>
            <a:r>
              <a:rPr sz="2850" i="1" spc="-37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2997" y="5067998"/>
            <a:ext cx="11430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6155" y="4904847"/>
            <a:ext cx="6985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i="1" spc="120" baseline="42929" dirty="0">
                <a:latin typeface="Times New Roman"/>
                <a:cs typeface="Times New Roman"/>
              </a:rPr>
              <a:t>A</a:t>
            </a:r>
            <a:r>
              <a:rPr sz="1900" i="1" spc="-760" dirty="0">
                <a:latin typeface="Times New Roman"/>
                <a:cs typeface="Times New Roman"/>
              </a:rPr>
              <a:t>R</a:t>
            </a:r>
            <a:r>
              <a:rPr sz="2850" spc="22" baseline="14619" dirty="0">
                <a:latin typeface="Arial"/>
                <a:cs typeface="Arial"/>
              </a:rPr>
              <a:t>˙</a:t>
            </a:r>
            <a:r>
              <a:rPr sz="2850" spc="157" baseline="14619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685800"/>
            <a:ext cx="8839200" cy="533400"/>
          </a:xfrm>
        </p:spPr>
        <p:txBody>
          <a:bodyPr>
            <a:normAutofit/>
          </a:bodyPr>
          <a:lstStyle/>
          <a:p>
            <a:r>
              <a:rPr lang="en-CA" dirty="0"/>
              <a:t>Joint Variables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9327D7-175D-4C42-8077-2268929F14E5}" type="datetime1">
              <a:rPr lang="en-US" smtClean="0"/>
              <a:pPr algn="r"/>
              <a:t>11/15/2024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9812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157DED-2631-4FEA-894F-3C72F5E7FC9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286000" y="6477000"/>
            <a:ext cx="48768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1202690" y="1400302"/>
            <a:ext cx="7472680" cy="1785104"/>
          </a:xfrm>
        </p:spPr>
        <p:txBody>
          <a:bodyPr/>
          <a:lstStyle/>
          <a:p>
            <a:pPr marL="514350" indent="-514350"/>
            <a:r>
              <a:rPr lang="en-CA" dirty="0"/>
              <a:t>revolute and prismatic joints are one degree of freedom (DOF) joints; thus, they can be described using a single numeric value called a joint variable</a:t>
            </a:r>
          </a:p>
          <a:p>
            <a:pPr marL="514350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joint variable for joint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revolute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/>
              <a:t>: angle of rotation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prismatic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displacement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250" y="152400"/>
            <a:ext cx="8839200" cy="533400"/>
          </a:xfrm>
        </p:spPr>
        <p:txBody>
          <a:bodyPr>
            <a:normAutofit/>
          </a:bodyPr>
          <a:lstStyle/>
          <a:p>
            <a:r>
              <a:rPr lang="en-CA" dirty="0"/>
              <a:t>Revolute Joint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9327D7-175D-4C42-8077-2268929F14E5}" type="datetime1">
              <a:rPr lang="en-US" smtClean="0"/>
              <a:pPr algn="r"/>
              <a:t>11/15/2024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9812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157DED-2631-4FEA-894F-3C72F5E7FC9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286000" y="6477000"/>
            <a:ext cx="48768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1202690" y="1400302"/>
            <a:ext cx="7472680" cy="523220"/>
          </a:xfrm>
        </p:spPr>
        <p:txBody>
          <a:bodyPr/>
          <a:lstStyle/>
          <a:p>
            <a:pPr marL="514350" indent="-514350"/>
            <a:r>
              <a:rPr lang="en-CA" dirty="0"/>
              <a:t>revolute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/>
              <a:t>: angle of rotation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</a:p>
        </p:txBody>
      </p:sp>
      <p:sp>
        <p:nvSpPr>
          <p:cNvPr id="7" name="Oval 6"/>
          <p:cNvSpPr/>
          <p:nvPr/>
        </p:nvSpPr>
        <p:spPr>
          <a:xfrm>
            <a:off x="4565650" y="3886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7" idx="2"/>
          </p:cNvCxnSpPr>
          <p:nvPr/>
        </p:nvCxnSpPr>
        <p:spPr>
          <a:xfrm>
            <a:off x="2279650" y="43434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7" idx="7"/>
          </p:cNvCxnSpPr>
          <p:nvPr/>
        </p:nvCxnSpPr>
        <p:spPr>
          <a:xfrm rot="5400000" flipH="1" flipV="1">
            <a:off x="5346140" y="2514602"/>
            <a:ext cx="1505511" cy="15055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4665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7" idx="6"/>
          </p:cNvCxnSpPr>
          <p:nvPr/>
        </p:nvCxnSpPr>
        <p:spPr>
          <a:xfrm>
            <a:off x="548005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36851" y="388620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556250" y="251460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937250" y="373380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/>
          </a:p>
        </p:txBody>
      </p:sp>
      <p:sp>
        <p:nvSpPr>
          <p:cNvPr id="27" name="Freeform 26"/>
          <p:cNvSpPr/>
          <p:nvPr/>
        </p:nvSpPr>
        <p:spPr>
          <a:xfrm>
            <a:off x="5669430" y="3696824"/>
            <a:ext cx="281610" cy="646576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732" y="760239"/>
            <a:ext cx="8839200" cy="533400"/>
          </a:xfrm>
        </p:spPr>
        <p:txBody>
          <a:bodyPr>
            <a:normAutofit/>
          </a:bodyPr>
          <a:lstStyle/>
          <a:p>
            <a:r>
              <a:rPr lang="en-CA" dirty="0"/>
              <a:t>Prismatic Joint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9327D7-175D-4C42-8077-2268929F14E5}" type="datetime1">
              <a:rPr lang="en-US" smtClean="0"/>
              <a:pPr algn="r"/>
              <a:t>11/15/2024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9812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157DED-2631-4FEA-894F-3C72F5E7FC9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286000" y="6477000"/>
            <a:ext cx="4876800" cy="24511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1202690" y="1400302"/>
            <a:ext cx="7472680" cy="523220"/>
          </a:xfrm>
        </p:spPr>
        <p:txBody>
          <a:bodyPr/>
          <a:lstStyle/>
          <a:p>
            <a:pPr marL="514350" indent="-514350"/>
            <a:r>
              <a:rPr lang="en-CA" dirty="0"/>
              <a:t>prismatic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displacement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 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822450" y="36576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79651" y="320040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927850" y="320040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 rot="5400000">
            <a:off x="3498850" y="3657600"/>
            <a:ext cx="1219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08450" y="30480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108450" y="42672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5403850" y="3657600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937250" y="36576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108450" y="45720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46650" y="46482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A42B-DC2B-5366-9DD6-2AEF59BD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850" y="609600"/>
            <a:ext cx="2645030" cy="307777"/>
          </a:xfrm>
        </p:spPr>
        <p:txBody>
          <a:bodyPr/>
          <a:lstStyle/>
          <a:p>
            <a:pPr algn="ctr"/>
            <a:r>
              <a:rPr lang="en-US" dirty="0"/>
              <a:t>Velocity Propagation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ABC8-11B7-153C-1B5E-4AE10DFA9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C68DA-1947-DD2F-9D7D-72B9C7A1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51" y="1116129"/>
            <a:ext cx="9662997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74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0705">
              <a:lnSpc>
                <a:spcPct val="100000"/>
              </a:lnSpc>
              <a:spcBef>
                <a:spcPts val="105"/>
              </a:spcBef>
            </a:pPr>
            <a:r>
              <a:rPr dirty="0"/>
              <a:t>Position</a:t>
            </a:r>
            <a:r>
              <a:rPr spc="-45" dirty="0"/>
              <a:t> </a:t>
            </a:r>
            <a:r>
              <a:rPr spc="-10" dirty="0"/>
              <a:t>Propagation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39116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homogeneous</a:t>
            </a:r>
            <a:r>
              <a:rPr spc="-35" dirty="0"/>
              <a:t> </a:t>
            </a:r>
            <a:r>
              <a:rPr dirty="0"/>
              <a:t>transform</a:t>
            </a:r>
            <a:r>
              <a:rPr spc="-5" dirty="0"/>
              <a:t> </a:t>
            </a:r>
            <a:r>
              <a:rPr dirty="0"/>
              <a:t>matrix</a:t>
            </a:r>
            <a:r>
              <a:rPr spc="-25" dirty="0"/>
              <a:t> </a:t>
            </a:r>
            <a:r>
              <a:rPr dirty="0"/>
              <a:t>provides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complete</a:t>
            </a:r>
            <a:r>
              <a:rPr spc="-35" dirty="0"/>
              <a:t> </a:t>
            </a:r>
            <a:r>
              <a:rPr dirty="0"/>
              <a:t>description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dirty="0"/>
              <a:t>linear</a:t>
            </a:r>
            <a:r>
              <a:rPr spc="-4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position</a:t>
            </a:r>
            <a:r>
              <a:rPr spc="-40" dirty="0"/>
              <a:t> </a:t>
            </a:r>
            <a:r>
              <a:rPr dirty="0"/>
              <a:t>relationship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20" dirty="0"/>
              <a:t> </a:t>
            </a:r>
            <a:r>
              <a:rPr dirty="0"/>
              <a:t>adjacent</a:t>
            </a:r>
            <a:r>
              <a:rPr spc="-35" dirty="0"/>
              <a:t> </a:t>
            </a:r>
            <a:r>
              <a:rPr spc="-10" dirty="0"/>
              <a:t>links.</a:t>
            </a: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pc="-10" dirty="0"/>
          </a:p>
          <a:p>
            <a:pPr marL="368300" marR="17780" indent="-343535">
              <a:lnSpc>
                <a:spcPct val="100000"/>
              </a:lnSpc>
              <a:buChar char="•"/>
              <a:tabLst>
                <a:tab pos="368300" algn="l"/>
              </a:tabLst>
            </a:pPr>
            <a:r>
              <a:rPr dirty="0"/>
              <a:t>These</a:t>
            </a:r>
            <a:r>
              <a:rPr spc="-35" dirty="0"/>
              <a:t> </a:t>
            </a:r>
            <a:r>
              <a:rPr dirty="0"/>
              <a:t>descriptions</a:t>
            </a:r>
            <a:r>
              <a:rPr spc="-40" dirty="0"/>
              <a:t> </a:t>
            </a:r>
            <a:r>
              <a:rPr dirty="0"/>
              <a:t>may</a:t>
            </a:r>
            <a:r>
              <a:rPr spc="-2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combined</a:t>
            </a:r>
            <a:r>
              <a:rPr spc="-35" dirty="0"/>
              <a:t> </a:t>
            </a:r>
            <a:r>
              <a:rPr dirty="0"/>
              <a:t>together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describe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position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link </a:t>
            </a:r>
            <a:r>
              <a:rPr dirty="0"/>
              <a:t>relative</a:t>
            </a:r>
            <a:r>
              <a:rPr spc="-4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robot</a:t>
            </a:r>
            <a:r>
              <a:rPr spc="-25" dirty="0"/>
              <a:t> </a:t>
            </a:r>
            <a:r>
              <a:rPr dirty="0"/>
              <a:t>base</a:t>
            </a:r>
            <a:r>
              <a:rPr spc="-35" dirty="0"/>
              <a:t> </a:t>
            </a:r>
            <a:r>
              <a:rPr dirty="0"/>
              <a:t>frame</a:t>
            </a:r>
            <a:r>
              <a:rPr spc="-15" dirty="0"/>
              <a:t> </a:t>
            </a:r>
            <a:r>
              <a:rPr spc="-20" dirty="0"/>
              <a:t>{0}.</a:t>
            </a:r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pc="-20" dirty="0"/>
          </a:p>
          <a:p>
            <a:pPr marL="3206115">
              <a:lnSpc>
                <a:spcPts val="2210"/>
              </a:lnSpc>
            </a:pPr>
            <a:r>
              <a:rPr sz="1100" i="1" dirty="0">
                <a:latin typeface="Times New Roman"/>
                <a:cs typeface="Times New Roman"/>
              </a:rPr>
              <a:t>o</a:t>
            </a:r>
            <a:r>
              <a:rPr sz="2850" i="1" baseline="-24853" dirty="0">
                <a:latin typeface="Times New Roman"/>
                <a:cs typeface="Times New Roman"/>
              </a:rPr>
              <a:t>T</a:t>
            </a:r>
            <a:r>
              <a:rPr sz="2850" i="1" spc="-187" baseline="-24853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</a:t>
            </a:r>
            <a:r>
              <a:rPr sz="1100" i="1" dirty="0">
                <a:latin typeface="Times New Roman"/>
                <a:cs typeface="Times New Roman"/>
              </a:rPr>
              <a:t>o</a:t>
            </a:r>
            <a:r>
              <a:rPr sz="2850" i="1" baseline="-24853" dirty="0">
                <a:latin typeface="Times New Roman"/>
                <a:cs typeface="Times New Roman"/>
              </a:rPr>
              <a:t>T</a:t>
            </a:r>
            <a:r>
              <a:rPr sz="2850" i="1" spc="-187" baseline="-24853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1</a:t>
            </a:r>
            <a:r>
              <a:rPr sz="2850" i="1" spc="97" baseline="-24853" dirty="0">
                <a:latin typeface="Times New Roman"/>
                <a:cs typeface="Times New Roman"/>
              </a:rPr>
              <a:t>T</a:t>
            </a:r>
            <a:r>
              <a:rPr sz="2850" spc="97" baseline="-24853" dirty="0"/>
              <a:t></a:t>
            </a:r>
            <a:r>
              <a:rPr sz="1100" i="1" spc="65" dirty="0">
                <a:latin typeface="Times New Roman"/>
                <a:cs typeface="Times New Roman"/>
              </a:rPr>
              <a:t>i</a:t>
            </a:r>
            <a:r>
              <a:rPr sz="1100" spc="65" dirty="0">
                <a:latin typeface="Symbol"/>
                <a:cs typeface="Symbol"/>
              </a:rPr>
              <a:t></a:t>
            </a:r>
            <a:r>
              <a:rPr sz="1100" spc="65" dirty="0">
                <a:latin typeface="Times New Roman"/>
                <a:cs typeface="Times New Roman"/>
              </a:rPr>
              <a:t>1</a:t>
            </a:r>
            <a:r>
              <a:rPr sz="2850" i="1" spc="97" baseline="-24853" dirty="0">
                <a:latin typeface="Times New Roman"/>
                <a:cs typeface="Times New Roman"/>
              </a:rPr>
              <a:t>T</a:t>
            </a:r>
            <a:endParaRPr sz="2850" baseline="-24853">
              <a:latin typeface="Times New Roman"/>
              <a:cs typeface="Times New Roman"/>
            </a:endParaRPr>
          </a:p>
          <a:p>
            <a:pPr marL="3245485">
              <a:lnSpc>
                <a:spcPts val="1250"/>
              </a:lnSpc>
              <a:tabLst>
                <a:tab pos="3616960" algn="l"/>
                <a:tab pos="3841115" algn="l"/>
                <a:tab pos="440055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522089"/>
            <a:ext cx="7441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similar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description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adjacent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links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well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would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also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useful.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0705">
              <a:lnSpc>
                <a:spcPct val="100000"/>
              </a:lnSpc>
              <a:spcBef>
                <a:spcPts val="105"/>
              </a:spcBef>
            </a:pPr>
            <a:r>
              <a:rPr dirty="0"/>
              <a:t>Position</a:t>
            </a:r>
            <a:r>
              <a:rPr spc="-45" dirty="0"/>
              <a:t> </a:t>
            </a:r>
            <a:r>
              <a:rPr spc="-10" dirty="0"/>
              <a:t>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1272" y="5725727"/>
            <a:ext cx="1092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6595" y="5725727"/>
            <a:ext cx="1092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1322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2033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1981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7016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4387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8226" y="5454662"/>
            <a:ext cx="340614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560070" algn="l"/>
                <a:tab pos="1057275" algn="l"/>
                <a:tab pos="1560830" algn="l"/>
                <a:tab pos="2064385" algn="l"/>
                <a:tab pos="2567940" algn="l"/>
                <a:tab pos="3082925" algn="l"/>
              </a:tabLst>
            </a:pPr>
            <a:r>
              <a:rPr sz="1100" spc="-25" dirty="0">
                <a:latin typeface="Times New Roman"/>
                <a:cs typeface="Times New Roman"/>
              </a:rPr>
              <a:t>0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3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4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5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6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7137" y="5725727"/>
            <a:ext cx="1003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8452" y="5454662"/>
            <a:ext cx="28575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100" spc="-25" dirty="0">
                <a:latin typeface="Times New Roman"/>
                <a:cs typeface="Times New Roman"/>
              </a:rPr>
              <a:t>0</a:t>
            </a:r>
            <a:r>
              <a:rPr sz="2850" i="1" spc="-37" baseline="-24853" dirty="0">
                <a:latin typeface="Times New Roman"/>
                <a:cs typeface="Times New Roman"/>
              </a:rPr>
              <a:t>T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7756" y="5563649"/>
            <a:ext cx="16637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1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1535" y="1830501"/>
            <a:ext cx="146329" cy="13400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7205" y="1820976"/>
            <a:ext cx="141757" cy="13018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363776" y="1883841"/>
            <a:ext cx="5441315" cy="3973195"/>
            <a:chOff x="1363776" y="1883841"/>
            <a:chExt cx="5441315" cy="397319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5423" y="1883841"/>
              <a:ext cx="138963" cy="1398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748" y="2315260"/>
              <a:ext cx="131089" cy="1583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01695" y="3929499"/>
              <a:ext cx="12700" cy="183515"/>
            </a:xfrm>
            <a:custGeom>
              <a:avLst/>
              <a:gdLst/>
              <a:ahLst/>
              <a:cxnLst/>
              <a:rect l="l" t="t" r="r" b="b"/>
              <a:pathLst>
                <a:path w="12700" h="183514">
                  <a:moveTo>
                    <a:pt x="535" y="5468"/>
                  </a:moveTo>
                  <a:lnTo>
                    <a:pt x="404" y="0"/>
                  </a:lnTo>
                  <a:lnTo>
                    <a:pt x="154" y="388"/>
                  </a:lnTo>
                  <a:lnTo>
                    <a:pt x="0" y="4397"/>
                  </a:lnTo>
                  <a:lnTo>
                    <a:pt x="154" y="9786"/>
                  </a:lnTo>
                  <a:lnTo>
                    <a:pt x="1254" y="30511"/>
                  </a:lnTo>
                  <a:lnTo>
                    <a:pt x="2282" y="51188"/>
                  </a:lnTo>
                  <a:lnTo>
                    <a:pt x="3262" y="71866"/>
                  </a:lnTo>
                  <a:lnTo>
                    <a:pt x="4218" y="92590"/>
                  </a:lnTo>
                  <a:lnTo>
                    <a:pt x="4780" y="107257"/>
                  </a:lnTo>
                  <a:lnTo>
                    <a:pt x="5663" y="121912"/>
                  </a:lnTo>
                  <a:lnTo>
                    <a:pt x="9775" y="166393"/>
                  </a:lnTo>
                  <a:lnTo>
                    <a:pt x="12346" y="181363"/>
                  </a:lnTo>
                  <a:lnTo>
                    <a:pt x="12195" y="183068"/>
                  </a:lnTo>
                  <a:lnTo>
                    <a:pt x="9997" y="180332"/>
                  </a:lnTo>
                  <a:lnTo>
                    <a:pt x="6560" y="175666"/>
                  </a:lnTo>
                  <a:lnTo>
                    <a:pt x="2694" y="171584"/>
                  </a:lnTo>
                </a:path>
              </a:pathLst>
            </a:custGeom>
            <a:ln w="19202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3776" y="2036968"/>
              <a:ext cx="5440705" cy="38199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686040" cy="156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Motion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ct val="997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considering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motion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always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reference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(Computed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Represented).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However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used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reference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(represented) 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including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link’s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own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(</a:t>
            </a:r>
            <a:r>
              <a:rPr sz="1600" i="1" spc="-25" dirty="0">
                <a:latin typeface="Times New Roman"/>
                <a:cs typeface="Times New Roman"/>
              </a:rPr>
              <a:t>i</a:t>
            </a:r>
            <a:r>
              <a:rPr sz="1600" spc="-25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2344" y="2439838"/>
            <a:ext cx="1128395" cy="8858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906780" algn="l"/>
              </a:tabLst>
            </a:pPr>
            <a:r>
              <a:rPr sz="1600" spc="-10" dirty="0">
                <a:latin typeface="Arial"/>
                <a:cs typeface="Arial"/>
              </a:rPr>
              <a:t>Where: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850" i="1" spc="-25" dirty="0">
                <a:latin typeface="Times New Roman"/>
                <a:cs typeface="Times New Roman"/>
              </a:rPr>
              <a:t>v</a:t>
            </a:r>
            <a:r>
              <a:rPr sz="1650" i="1" spc="-37" baseline="-22727" dirty="0">
                <a:latin typeface="Times New Roman"/>
                <a:cs typeface="Times New Roman"/>
              </a:rPr>
              <a:t>i</a:t>
            </a:r>
            <a:endParaRPr sz="1650" baseline="-2272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6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</a:pPr>
            <a:r>
              <a:rPr sz="1950" i="1" spc="-25" dirty="0">
                <a:latin typeface="Symbol"/>
                <a:cs typeface="Symbol"/>
              </a:rPr>
              <a:t></a:t>
            </a:r>
            <a:r>
              <a:rPr sz="1650" i="1" spc="-37" baseline="-22727" dirty="0">
                <a:latin typeface="Times New Roman"/>
                <a:cs typeface="Times New Roman"/>
              </a:rPr>
              <a:t>i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426" y="2421153"/>
            <a:ext cx="603758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 marR="215265" indent="-125095">
              <a:lnSpc>
                <a:spcPct val="120600"/>
              </a:lnSpc>
              <a:spcBef>
                <a:spcPts val="100"/>
              </a:spcBef>
              <a:buChar char="-"/>
              <a:tabLst>
                <a:tab pos="157480" algn="l"/>
              </a:tabLst>
            </a:pP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origin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respect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 	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(Computed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Represented)</a:t>
            </a:r>
            <a:endParaRPr sz="1600">
              <a:latin typeface="Arial"/>
              <a:cs typeface="Arial"/>
            </a:endParaRPr>
          </a:p>
          <a:p>
            <a:pPr marL="167640" marR="5080" indent="-127000">
              <a:lnSpc>
                <a:spcPts val="2320"/>
              </a:lnSpc>
              <a:spcBef>
                <a:spcPts val="65"/>
              </a:spcBef>
              <a:buChar char="-"/>
              <a:tabLst>
                <a:tab pos="213360" algn="l"/>
              </a:tabLst>
            </a:pP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origin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respect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 	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(Computed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Represented)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935348"/>
            <a:ext cx="7582534" cy="514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3535">
              <a:lnSpc>
                <a:spcPct val="1006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Expressing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(associated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robot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(frame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{0}) using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our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previous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defined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follows: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92553" y="5658485"/>
            <a:ext cx="1798955" cy="5137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860"/>
              </a:lnSpc>
              <a:spcBef>
                <a:spcPts val="90"/>
              </a:spcBef>
            </a:pPr>
            <a:r>
              <a:rPr sz="2000" i="1" dirty="0">
                <a:latin typeface="Symbol"/>
                <a:cs typeface="Symbol"/>
              </a:rPr>
              <a:t></a:t>
            </a:r>
            <a:r>
              <a:rPr sz="1650" i="1" baseline="-25252" dirty="0">
                <a:latin typeface="Times New Roman"/>
                <a:cs typeface="Times New Roman"/>
              </a:rPr>
              <a:t>i</a:t>
            </a:r>
            <a:r>
              <a:rPr sz="1650" i="1" spc="-30" baseline="-25252" dirty="0">
                <a:latin typeface="Times New Roman"/>
                <a:cs typeface="Times New Roman"/>
              </a:rPr>
              <a:t> </a:t>
            </a:r>
            <a:r>
              <a:rPr sz="1900" spc="50" dirty="0">
                <a:latin typeface="Symbol"/>
                <a:cs typeface="Symbol"/>
              </a:rPr>
              <a:t></a:t>
            </a:r>
            <a:r>
              <a:rPr sz="1900" spc="275" dirty="0">
                <a:latin typeface="Times New Roman"/>
                <a:cs typeface="Times New Roman"/>
              </a:rPr>
              <a:t> </a:t>
            </a:r>
            <a:r>
              <a:rPr sz="3150" spc="-400" dirty="0">
                <a:latin typeface="Symbol"/>
                <a:cs typeface="Symbol"/>
              </a:rPr>
              <a:t></a:t>
            </a:r>
            <a:r>
              <a:rPr sz="3150" spc="-11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Symbol"/>
                <a:cs typeface="Symbol"/>
              </a:rPr>
              <a:t>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3150" spc="-105" dirty="0">
                <a:latin typeface="Symbol"/>
                <a:cs typeface="Symbol"/>
              </a:rPr>
              <a:t></a:t>
            </a:r>
            <a:r>
              <a:rPr sz="1900" spc="-105" dirty="0">
                <a:latin typeface="Symbol"/>
                <a:cs typeface="Symbol"/>
              </a:rPr>
              <a:t>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3150" spc="-400" dirty="0">
                <a:latin typeface="Symbol"/>
                <a:cs typeface="Symbol"/>
              </a:rPr>
              <a:t></a:t>
            </a:r>
            <a:r>
              <a:rPr sz="3150" spc="-11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Symbol"/>
                <a:cs typeface="Symbol"/>
              </a:rPr>
              <a:t>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3150" spc="-450" dirty="0">
                <a:latin typeface="Symbol"/>
                <a:cs typeface="Symbol"/>
              </a:rPr>
              <a:t></a:t>
            </a:r>
            <a:endParaRPr sz="3150" dirty="0">
              <a:latin typeface="Symbol"/>
              <a:cs typeface="Symbol"/>
            </a:endParaRPr>
          </a:p>
          <a:p>
            <a:pPr marL="426720">
              <a:lnSpc>
                <a:spcPts val="650"/>
              </a:lnSpc>
              <a:tabLst>
                <a:tab pos="1318895" algn="l"/>
              </a:tabLst>
            </a:pPr>
            <a:r>
              <a:rPr sz="1650" baseline="20202" dirty="0">
                <a:latin typeface="Times New Roman"/>
                <a:cs typeface="Times New Roman"/>
              </a:rPr>
              <a:t>0</a:t>
            </a:r>
            <a:r>
              <a:rPr sz="1650" spc="727" baseline="20202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 dirty="0">
              <a:latin typeface="Times New Roman"/>
              <a:cs typeface="Times New Roman"/>
            </a:endParaRPr>
          </a:p>
          <a:p>
            <a:pPr marL="879475">
              <a:lnSpc>
                <a:spcPct val="100000"/>
              </a:lnSpc>
              <a:spcBef>
                <a:spcPts val="20"/>
              </a:spcBef>
              <a:tabLst>
                <a:tab pos="160401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664" y="5047028"/>
            <a:ext cx="129159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6265" algn="l"/>
                <a:tab pos="1236980" algn="l"/>
              </a:tabLst>
            </a:pPr>
            <a:r>
              <a:rPr sz="1150" i="1" spc="-50" dirty="0">
                <a:latin typeface="Times New Roman"/>
                <a:cs typeface="Times New Roman"/>
              </a:rPr>
              <a:t>i</a:t>
            </a:r>
            <a:r>
              <a:rPr sz="1150" i="1" dirty="0">
                <a:latin typeface="Times New Roman"/>
                <a:cs typeface="Times New Roman"/>
              </a:rPr>
              <a:t>	</a:t>
            </a:r>
            <a:r>
              <a:rPr sz="1150" i="1" spc="-50" dirty="0">
                <a:latin typeface="Times New Roman"/>
                <a:cs typeface="Times New Roman"/>
              </a:rPr>
              <a:t>i</a:t>
            </a:r>
            <a:r>
              <a:rPr sz="1150" i="1" dirty="0">
                <a:latin typeface="Times New Roman"/>
                <a:cs typeface="Times New Roman"/>
              </a:rPr>
              <a:t>	</a:t>
            </a:r>
            <a:r>
              <a:rPr sz="1150" i="1" spc="-50" dirty="0"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792" y="4873691"/>
            <a:ext cx="72834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53415" algn="l"/>
              </a:tabLst>
            </a:pPr>
            <a:r>
              <a:rPr sz="1150" spc="-50" dirty="0">
                <a:latin typeface="Times New Roman"/>
                <a:cs typeface="Times New Roman"/>
              </a:rPr>
              <a:t>0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9751" y="4824665"/>
            <a:ext cx="10033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31922" y="4724967"/>
            <a:ext cx="151574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i="1" dirty="0">
                <a:latin typeface="Times New Roman"/>
                <a:cs typeface="Times New Roman"/>
              </a:rPr>
              <a:t>v</a:t>
            </a:r>
            <a:r>
              <a:rPr sz="1950" i="1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</a:t>
            </a:r>
            <a:r>
              <a:rPr sz="1950" spc="300" dirty="0">
                <a:latin typeface="Times New Roman"/>
                <a:cs typeface="Times New Roman"/>
              </a:rPr>
              <a:t> </a:t>
            </a:r>
            <a:r>
              <a:rPr sz="3200" spc="-395" dirty="0">
                <a:latin typeface="Symbol"/>
                <a:cs typeface="Symbol"/>
              </a:rPr>
              <a:t></a:t>
            </a:r>
            <a:r>
              <a:rPr sz="3200" spc="-434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V</a:t>
            </a:r>
            <a:r>
              <a:rPr sz="1950" i="1" spc="-1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Symbol"/>
                <a:cs typeface="Symbol"/>
              </a:rPr>
              <a:t></a:t>
            </a:r>
            <a:r>
              <a:rPr sz="1950" spc="-110" dirty="0">
                <a:latin typeface="Symbol"/>
                <a:cs typeface="Symbol"/>
              </a:rPr>
              <a:t>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3200" spc="-395" dirty="0">
                <a:latin typeface="Symbol"/>
                <a:cs typeface="Symbol"/>
              </a:rPr>
              <a:t></a:t>
            </a:r>
            <a:r>
              <a:rPr sz="3200" spc="-43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V</a:t>
            </a:r>
            <a:r>
              <a:rPr sz="1950" i="1" spc="-15" dirty="0">
                <a:latin typeface="Times New Roman"/>
                <a:cs typeface="Times New Roman"/>
              </a:rPr>
              <a:t> </a:t>
            </a:r>
            <a:r>
              <a:rPr sz="3200" spc="-445" dirty="0">
                <a:latin typeface="Symbol"/>
                <a:cs typeface="Symbol"/>
              </a:rPr>
              <a:t></a:t>
            </a:r>
            <a:endParaRPr sz="32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37108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2443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Frame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&amp;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Notation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000">
              <a:latin typeface="Arial"/>
              <a:cs typeface="Arial"/>
            </a:endParaRPr>
          </a:p>
          <a:p>
            <a:pPr marL="355600" marR="5080" indent="-343535" algn="just">
              <a:lnSpc>
                <a:spcPct val="100600"/>
              </a:lnSpc>
              <a:buChar char="•"/>
              <a:tabLst>
                <a:tab pos="355600" algn="l"/>
                <a:tab pos="358140" algn="l"/>
              </a:tabLst>
            </a:pPr>
            <a:r>
              <a:rPr sz="1600" dirty="0">
                <a:latin typeface="Arial"/>
                <a:cs typeface="Arial"/>
              </a:rPr>
              <a:t>	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differentiate</a:t>
            </a:r>
            <a:r>
              <a:rPr sz="16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(computed)</a:t>
            </a:r>
            <a:r>
              <a:rPr sz="16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2000" b="1" i="1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often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represented</a:t>
            </a:r>
            <a:r>
              <a:rPr sz="16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other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2000" b="1" i="1" dirty="0">
                <a:latin typeface="Times New Roman"/>
                <a:cs typeface="Times New Roman"/>
              </a:rPr>
              <a:t>k</a:t>
            </a:r>
            <a:r>
              <a:rPr sz="1600" dirty="0">
                <a:latin typeface="Arial"/>
                <a:cs typeface="Arial"/>
              </a:rPr>
              <a:t>}.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this </a:t>
            </a:r>
            <a:r>
              <a:rPr sz="1600" spc="-10" dirty="0">
                <a:latin typeface="Arial"/>
                <a:cs typeface="Arial"/>
              </a:rPr>
              <a:t>conditions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1431" y="2696520"/>
            <a:ext cx="673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2723" y="2476477"/>
            <a:ext cx="920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189" y="2524992"/>
            <a:ext cx="920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16776" y="2533270"/>
            <a:ext cx="54229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650" i="1" spc="75" baseline="42929" dirty="0">
                <a:latin typeface="Times New Roman"/>
                <a:cs typeface="Times New Roman"/>
              </a:rPr>
              <a:t>k</a:t>
            </a:r>
            <a:r>
              <a:rPr sz="1900" i="1" spc="50" dirty="0">
                <a:latin typeface="Times New Roman"/>
                <a:cs typeface="Times New Roman"/>
              </a:rPr>
              <a:t>R</a:t>
            </a:r>
            <a:r>
              <a:rPr sz="1900" i="1" spc="-1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-2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691" y="2377819"/>
            <a:ext cx="2004060" cy="507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8245" algn="l"/>
              </a:tabLst>
            </a:pPr>
            <a:r>
              <a:rPr sz="1900" i="1" spc="50" dirty="0">
                <a:latin typeface="Times New Roman"/>
                <a:cs typeface="Times New Roman"/>
              </a:rPr>
              <a:t>v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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434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-35" dirty="0">
                <a:latin typeface="Times New Roman"/>
                <a:cs typeface="Times New Roman"/>
              </a:rPr>
              <a:t> </a:t>
            </a:r>
            <a:r>
              <a:rPr sz="3150" spc="-35" dirty="0">
                <a:latin typeface="Symbol"/>
                <a:cs typeface="Symbol"/>
              </a:rPr>
              <a:t></a:t>
            </a:r>
            <a:r>
              <a:rPr sz="1900" spc="-35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-75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44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-30" dirty="0">
                <a:latin typeface="Times New Roman"/>
                <a:cs typeface="Times New Roman"/>
              </a:rPr>
              <a:t> </a:t>
            </a:r>
            <a:r>
              <a:rPr sz="3150" spc="-45" dirty="0">
                <a:latin typeface="Symbol"/>
                <a:cs typeface="Symbol"/>
              </a:rPr>
              <a:t></a:t>
            </a:r>
            <a:r>
              <a:rPr sz="1900" spc="-45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3005" y="2696520"/>
            <a:ext cx="20650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97535" algn="l"/>
                <a:tab pos="1008380" algn="l"/>
                <a:tab pos="1566545" algn="l"/>
                <a:tab pos="1977389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7187" y="2524992"/>
            <a:ext cx="10566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28015" algn="l"/>
                <a:tab pos="981075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k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5630" y="3205450"/>
            <a:ext cx="6731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7278" y="3205450"/>
            <a:ext cx="6731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9300" y="2984635"/>
            <a:ext cx="9207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9484" y="3205450"/>
            <a:ext cx="74930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9469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57241" y="3033320"/>
            <a:ext cx="9207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2624" y="2885631"/>
            <a:ext cx="1329055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1855" algn="l"/>
              </a:tabLst>
            </a:pP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9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</a:t>
            </a:r>
            <a:r>
              <a:rPr sz="1950" spc="85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Symbol"/>
                <a:cs typeface="Symbol"/>
              </a:rPr>
              <a:t></a:t>
            </a:r>
            <a:r>
              <a:rPr sz="1950" spc="-25" dirty="0">
                <a:latin typeface="Symbol"/>
                <a:cs typeface="Symbol"/>
              </a:rPr>
              <a:t>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i="1" dirty="0">
                <a:latin typeface="Times New Roman"/>
                <a:cs typeface="Times New Roman"/>
              </a:rPr>
              <a:t>R</a:t>
            </a:r>
            <a:r>
              <a:rPr sz="1950" i="1" spc="-190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Symbol"/>
                <a:cs typeface="Symbol"/>
              </a:rPr>
              <a:t></a:t>
            </a:r>
            <a:r>
              <a:rPr sz="2050" i="1" spc="-25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24561" y="2885631"/>
            <a:ext cx="1533525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364615" algn="l"/>
              </a:tabLst>
            </a:pP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</a:t>
            </a:r>
            <a:r>
              <a:rPr sz="1950" spc="325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1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</a:t>
            </a:r>
            <a:r>
              <a:rPr sz="1950" spc="7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Symbol"/>
                <a:cs typeface="Symbol"/>
              </a:rPr>
              <a:t></a:t>
            </a:r>
            <a:r>
              <a:rPr sz="1950" spc="-25" dirty="0">
                <a:latin typeface="Symbol"/>
                <a:cs typeface="Symbol"/>
              </a:rPr>
              <a:t>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i="1" spc="-50" dirty="0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8429" y="3033320"/>
            <a:ext cx="106045" cy="370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2935" y="3205450"/>
            <a:ext cx="10033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4231" y="3033320"/>
            <a:ext cx="111569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5170" algn="l"/>
                <a:tab pos="102743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k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4475" y="3490864"/>
            <a:ext cx="3740199" cy="25178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4675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50" dirty="0"/>
              <a:t> </a:t>
            </a:r>
            <a:r>
              <a:rPr spc="-10" dirty="0"/>
              <a:t>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3648075" cy="4462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5463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1600" b="1" i="1" dirty="0">
                <a:solidFill>
                  <a:srgbClr val="FF3300"/>
                </a:solidFill>
                <a:latin typeface="Arial"/>
                <a:cs typeface="Arial"/>
              </a:rPr>
              <a:t>Given:</a:t>
            </a:r>
            <a:r>
              <a:rPr sz="1600" b="1" i="1" spc="-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manipulator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rigid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bodies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each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capable</a:t>
            </a:r>
            <a:r>
              <a:rPr sz="1600" spc="-25" dirty="0">
                <a:latin typeface="Arial"/>
                <a:cs typeface="Arial"/>
              </a:rPr>
              <a:t> of </a:t>
            </a:r>
            <a:r>
              <a:rPr sz="1600" dirty="0">
                <a:latin typeface="Arial"/>
                <a:cs typeface="Arial"/>
              </a:rPr>
              <a:t>moving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neighbor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FF3300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355600" marR="211454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600" b="1" i="1" dirty="0">
                <a:solidFill>
                  <a:srgbClr val="FF3300"/>
                </a:solidFill>
                <a:latin typeface="Arial"/>
                <a:cs typeface="Arial"/>
              </a:rPr>
              <a:t>Problem:</a:t>
            </a:r>
            <a:r>
              <a:rPr sz="1600" b="1" i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spc="-10" dirty="0">
                <a:latin typeface="Arial"/>
                <a:cs typeface="Arial"/>
              </a:rPr>
              <a:t>robot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FF3300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600" b="1" i="1" dirty="0">
                <a:solidFill>
                  <a:srgbClr val="FF3300"/>
                </a:solidFill>
                <a:latin typeface="Arial"/>
                <a:cs typeface="Arial"/>
              </a:rPr>
              <a:t>Solution</a:t>
            </a:r>
            <a:r>
              <a:rPr sz="1600" b="1" i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i="1" dirty="0">
                <a:solidFill>
                  <a:srgbClr val="FF3300"/>
                </a:solidFill>
                <a:latin typeface="Arial"/>
                <a:cs typeface="Arial"/>
              </a:rPr>
              <a:t>(Concept):</a:t>
            </a:r>
            <a:r>
              <a:rPr sz="1600" b="1" i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Due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structure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(serial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mechanism)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compute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velocities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each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order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starting</a:t>
            </a:r>
            <a:r>
              <a:rPr sz="1600" b="1" spc="4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from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the </a:t>
            </a:r>
            <a:r>
              <a:rPr sz="1600" b="1" spc="-10" dirty="0">
                <a:latin typeface="Arial"/>
                <a:cs typeface="Arial"/>
              </a:rPr>
              <a:t>base</a:t>
            </a:r>
            <a:r>
              <a:rPr sz="1600" spc="-1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600">
              <a:latin typeface="Arial"/>
              <a:cs typeface="Arial"/>
            </a:endParaRPr>
          </a:p>
          <a:p>
            <a:pPr marL="355600" marR="29845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+1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plus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whatever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 </a:t>
            </a:r>
            <a:r>
              <a:rPr sz="1600" dirty="0">
                <a:latin typeface="Arial"/>
                <a:cs typeface="Arial"/>
              </a:rPr>
              <a:t>components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were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added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i</a:t>
            </a:r>
            <a:r>
              <a:rPr sz="1600" spc="-25" dirty="0">
                <a:latin typeface="Times New Roman"/>
                <a:cs typeface="Times New Roman"/>
              </a:rPr>
              <a:t>+1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2342" y="1410987"/>
            <a:ext cx="3868626" cy="28398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0/5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6369" y="888411"/>
            <a:ext cx="5596153" cy="36017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78383" y="4474260"/>
            <a:ext cx="1678305" cy="1544320"/>
            <a:chOff x="478383" y="4474260"/>
            <a:chExt cx="1678305" cy="1544320"/>
          </a:xfrm>
        </p:grpSpPr>
        <p:sp>
          <p:nvSpPr>
            <p:cNvPr id="6" name="object 6"/>
            <p:cNvSpPr/>
            <p:nvPr/>
          </p:nvSpPr>
          <p:spPr>
            <a:xfrm>
              <a:off x="487984" y="4483861"/>
              <a:ext cx="1658620" cy="1463040"/>
            </a:xfrm>
            <a:custGeom>
              <a:avLst/>
              <a:gdLst/>
              <a:ahLst/>
              <a:cxnLst/>
              <a:rect l="l" t="t" r="r" b="b"/>
              <a:pathLst>
                <a:path w="1658620" h="1463039">
                  <a:moveTo>
                    <a:pt x="500176" y="0"/>
                  </a:moveTo>
                  <a:lnTo>
                    <a:pt x="500581" y="8997"/>
                  </a:lnTo>
                  <a:lnTo>
                    <a:pt x="500900" y="18065"/>
                  </a:lnTo>
                  <a:lnTo>
                    <a:pt x="501162" y="27181"/>
                  </a:lnTo>
                  <a:lnTo>
                    <a:pt x="501395" y="36321"/>
                  </a:lnTo>
                  <a:lnTo>
                    <a:pt x="501200" y="48684"/>
                  </a:lnTo>
                  <a:lnTo>
                    <a:pt x="500748" y="61023"/>
                  </a:lnTo>
                  <a:lnTo>
                    <a:pt x="500238" y="73362"/>
                  </a:lnTo>
                  <a:lnTo>
                    <a:pt x="499872" y="85725"/>
                  </a:lnTo>
                  <a:lnTo>
                    <a:pt x="499181" y="104223"/>
                  </a:lnTo>
                  <a:lnTo>
                    <a:pt x="498233" y="122745"/>
                  </a:lnTo>
                  <a:lnTo>
                    <a:pt x="497343" y="141267"/>
                  </a:lnTo>
                  <a:lnTo>
                    <a:pt x="496823" y="159765"/>
                  </a:lnTo>
                  <a:lnTo>
                    <a:pt x="496476" y="182151"/>
                  </a:lnTo>
                  <a:lnTo>
                    <a:pt x="496328" y="204549"/>
                  </a:lnTo>
                  <a:lnTo>
                    <a:pt x="496352" y="226970"/>
                  </a:lnTo>
                  <a:lnTo>
                    <a:pt x="496519" y="249427"/>
                  </a:lnTo>
                  <a:lnTo>
                    <a:pt x="496944" y="302092"/>
                  </a:lnTo>
                  <a:lnTo>
                    <a:pt x="497180" y="354773"/>
                  </a:lnTo>
                  <a:lnTo>
                    <a:pt x="497309" y="407466"/>
                  </a:lnTo>
                  <a:lnTo>
                    <a:pt x="497416" y="460162"/>
                  </a:lnTo>
                  <a:lnTo>
                    <a:pt x="497586" y="512857"/>
                  </a:lnTo>
                  <a:lnTo>
                    <a:pt x="497901" y="565545"/>
                  </a:lnTo>
                  <a:lnTo>
                    <a:pt x="498447" y="618218"/>
                  </a:lnTo>
                  <a:lnTo>
                    <a:pt x="499308" y="670872"/>
                  </a:lnTo>
                  <a:lnTo>
                    <a:pt x="500568" y="723500"/>
                  </a:lnTo>
                  <a:lnTo>
                    <a:pt x="502310" y="776097"/>
                  </a:lnTo>
                  <a:lnTo>
                    <a:pt x="504496" y="824309"/>
                  </a:lnTo>
                  <a:lnTo>
                    <a:pt x="506996" y="872521"/>
                  </a:lnTo>
                  <a:lnTo>
                    <a:pt x="509211" y="920686"/>
                  </a:lnTo>
                  <a:lnTo>
                    <a:pt x="510539" y="968756"/>
                  </a:lnTo>
                  <a:lnTo>
                    <a:pt x="510254" y="976475"/>
                  </a:lnTo>
                  <a:lnTo>
                    <a:pt x="509854" y="990790"/>
                  </a:lnTo>
                  <a:lnTo>
                    <a:pt x="510025" y="1004439"/>
                  </a:lnTo>
                  <a:lnTo>
                    <a:pt x="511454" y="1010157"/>
                  </a:lnTo>
                  <a:lnTo>
                    <a:pt x="515416" y="1009522"/>
                  </a:lnTo>
                  <a:lnTo>
                    <a:pt x="517855" y="994282"/>
                  </a:lnTo>
                  <a:lnTo>
                    <a:pt x="519683" y="991869"/>
                  </a:lnTo>
                </a:path>
                <a:path w="1658620" h="1463039">
                  <a:moveTo>
                    <a:pt x="523646" y="1011935"/>
                  </a:moveTo>
                  <a:lnTo>
                    <a:pt x="527608" y="1012571"/>
                  </a:lnTo>
                  <a:lnTo>
                    <a:pt x="533704" y="1014984"/>
                  </a:lnTo>
                  <a:lnTo>
                    <a:pt x="538886" y="1015619"/>
                  </a:lnTo>
                  <a:lnTo>
                    <a:pt x="559098" y="1017014"/>
                  </a:lnTo>
                  <a:lnTo>
                    <a:pt x="579424" y="1017158"/>
                  </a:lnTo>
                  <a:lnTo>
                    <a:pt x="599751" y="1016851"/>
                  </a:lnTo>
                  <a:lnTo>
                    <a:pt x="619963" y="1016888"/>
                  </a:lnTo>
                  <a:lnTo>
                    <a:pt x="664621" y="1016756"/>
                  </a:lnTo>
                  <a:lnTo>
                    <a:pt x="709085" y="1015253"/>
                  </a:lnTo>
                  <a:lnTo>
                    <a:pt x="753501" y="1012727"/>
                  </a:lnTo>
                  <a:lnTo>
                    <a:pt x="798017" y="1009522"/>
                  </a:lnTo>
                  <a:lnTo>
                    <a:pt x="848369" y="1006330"/>
                  </a:lnTo>
                  <a:lnTo>
                    <a:pt x="898645" y="1004094"/>
                  </a:lnTo>
                  <a:lnTo>
                    <a:pt x="948879" y="1002555"/>
                  </a:lnTo>
                  <a:lnTo>
                    <a:pt x="999105" y="1001455"/>
                  </a:lnTo>
                  <a:lnTo>
                    <a:pt x="1049355" y="1000538"/>
                  </a:lnTo>
                  <a:lnTo>
                    <a:pt x="1099662" y="999545"/>
                  </a:lnTo>
                  <a:lnTo>
                    <a:pt x="1150061" y="998219"/>
                  </a:lnTo>
                  <a:lnTo>
                    <a:pt x="1200805" y="996732"/>
                  </a:lnTo>
                  <a:lnTo>
                    <a:pt x="1251355" y="995297"/>
                  </a:lnTo>
                  <a:lnTo>
                    <a:pt x="1301781" y="994025"/>
                  </a:lnTo>
                  <a:lnTo>
                    <a:pt x="1352149" y="993028"/>
                  </a:lnTo>
                  <a:lnTo>
                    <a:pt x="1402530" y="992419"/>
                  </a:lnTo>
                  <a:lnTo>
                    <a:pt x="1452991" y="992308"/>
                  </a:lnTo>
                  <a:lnTo>
                    <a:pt x="1503601" y="992807"/>
                  </a:lnTo>
                  <a:lnTo>
                    <a:pt x="1554429" y="994029"/>
                  </a:lnTo>
                  <a:lnTo>
                    <a:pt x="1578608" y="994945"/>
                  </a:lnTo>
                  <a:lnTo>
                    <a:pt x="1603181" y="995457"/>
                  </a:lnTo>
                  <a:lnTo>
                    <a:pt x="1627634" y="994779"/>
                  </a:lnTo>
                  <a:lnTo>
                    <a:pt x="1651457" y="992124"/>
                  </a:lnTo>
                  <a:lnTo>
                    <a:pt x="1658487" y="991080"/>
                  </a:lnTo>
                  <a:lnTo>
                    <a:pt x="1655695" y="991298"/>
                  </a:lnTo>
                  <a:lnTo>
                    <a:pt x="1649546" y="991802"/>
                  </a:lnTo>
                  <a:lnTo>
                    <a:pt x="1646504" y="991616"/>
                  </a:lnTo>
                </a:path>
                <a:path w="1658620" h="1463039">
                  <a:moveTo>
                    <a:pt x="488594" y="1014094"/>
                  </a:moveTo>
                  <a:lnTo>
                    <a:pt x="452247" y="1043803"/>
                  </a:lnTo>
                  <a:lnTo>
                    <a:pt x="414527" y="1080897"/>
                  </a:lnTo>
                  <a:lnTo>
                    <a:pt x="379763" y="1113968"/>
                  </a:lnTo>
                  <a:lnTo>
                    <a:pt x="344677" y="1146723"/>
                  </a:lnTo>
                  <a:lnTo>
                    <a:pt x="309386" y="1179277"/>
                  </a:lnTo>
                  <a:lnTo>
                    <a:pt x="274007" y="1211745"/>
                  </a:lnTo>
                  <a:lnTo>
                    <a:pt x="238658" y="1244244"/>
                  </a:lnTo>
                  <a:lnTo>
                    <a:pt x="201353" y="1278901"/>
                  </a:lnTo>
                  <a:lnTo>
                    <a:pt x="164020" y="1313472"/>
                  </a:lnTo>
                  <a:lnTo>
                    <a:pt x="126744" y="1348100"/>
                  </a:lnTo>
                  <a:lnTo>
                    <a:pt x="89611" y="1382928"/>
                  </a:lnTo>
                  <a:lnTo>
                    <a:pt x="71075" y="1401154"/>
                  </a:lnTo>
                  <a:lnTo>
                    <a:pt x="52654" y="1419694"/>
                  </a:lnTo>
                  <a:lnTo>
                    <a:pt x="33889" y="1437835"/>
                  </a:lnTo>
                  <a:lnTo>
                    <a:pt x="14325" y="1454861"/>
                  </a:lnTo>
                  <a:lnTo>
                    <a:pt x="7924" y="1460347"/>
                  </a:lnTo>
                  <a:lnTo>
                    <a:pt x="7620" y="1459128"/>
                  </a:lnTo>
                  <a:lnTo>
                    <a:pt x="0" y="1462481"/>
                  </a:lnTo>
                </a:path>
              </a:pathLst>
            </a:custGeom>
            <a:ln w="192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7187" y="5690539"/>
              <a:ext cx="113436" cy="1167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8731" y="5647486"/>
              <a:ext cx="89941" cy="240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03603" y="5650382"/>
              <a:ext cx="41910" cy="243840"/>
            </a:xfrm>
            <a:custGeom>
              <a:avLst/>
              <a:gdLst/>
              <a:ahLst/>
              <a:cxnLst/>
              <a:rect l="l" t="t" r="r" b="b"/>
              <a:pathLst>
                <a:path w="41909" h="243839">
                  <a:moveTo>
                    <a:pt x="41783" y="3962"/>
                  </a:moveTo>
                  <a:lnTo>
                    <a:pt x="34417" y="3352"/>
                  </a:lnTo>
                  <a:lnTo>
                    <a:pt x="32258" y="0"/>
                  </a:lnTo>
                  <a:lnTo>
                    <a:pt x="26162" y="5486"/>
                  </a:lnTo>
                  <a:lnTo>
                    <a:pt x="21336" y="10058"/>
                  </a:lnTo>
                  <a:lnTo>
                    <a:pt x="19177" y="17678"/>
                  </a:lnTo>
                  <a:lnTo>
                    <a:pt x="17018" y="23774"/>
                  </a:lnTo>
                  <a:lnTo>
                    <a:pt x="14605" y="31089"/>
                  </a:lnTo>
                  <a:lnTo>
                    <a:pt x="13715" y="37795"/>
                  </a:lnTo>
                  <a:lnTo>
                    <a:pt x="13715" y="45415"/>
                  </a:lnTo>
                  <a:lnTo>
                    <a:pt x="15990" y="61217"/>
                  </a:lnTo>
                  <a:lnTo>
                    <a:pt x="20859" y="76504"/>
                  </a:lnTo>
                  <a:lnTo>
                    <a:pt x="25967" y="91792"/>
                  </a:lnTo>
                  <a:lnTo>
                    <a:pt x="28956" y="107594"/>
                  </a:lnTo>
                  <a:lnTo>
                    <a:pt x="10207" y="147218"/>
                  </a:lnTo>
                  <a:lnTo>
                    <a:pt x="5070" y="152961"/>
                  </a:lnTo>
                  <a:lnTo>
                    <a:pt x="1778" y="159105"/>
                  </a:lnTo>
                  <a:lnTo>
                    <a:pt x="0" y="166725"/>
                  </a:lnTo>
                  <a:lnTo>
                    <a:pt x="1270" y="172516"/>
                  </a:lnTo>
                  <a:lnTo>
                    <a:pt x="3937" y="179831"/>
                  </a:lnTo>
                  <a:lnTo>
                    <a:pt x="7187" y="187099"/>
                  </a:lnTo>
                  <a:lnTo>
                    <a:pt x="10795" y="194309"/>
                  </a:lnTo>
                  <a:lnTo>
                    <a:pt x="14402" y="201520"/>
                  </a:lnTo>
                  <a:lnTo>
                    <a:pt x="23495" y="238963"/>
                  </a:lnTo>
                  <a:lnTo>
                    <a:pt x="23495" y="240791"/>
                  </a:lnTo>
                  <a:lnTo>
                    <a:pt x="23495" y="242315"/>
                  </a:lnTo>
                  <a:lnTo>
                    <a:pt x="23495" y="243839"/>
                  </a:lnTo>
                </a:path>
              </a:pathLst>
            </a:custGeom>
            <a:ln w="192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1057" y="5711494"/>
              <a:ext cx="153757" cy="2282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0800" y="5661050"/>
              <a:ext cx="339725" cy="347980"/>
            </a:xfrm>
            <a:custGeom>
              <a:avLst/>
              <a:gdLst/>
              <a:ahLst/>
              <a:cxnLst/>
              <a:rect l="l" t="t" r="r" b="b"/>
              <a:pathLst>
                <a:path w="339725" h="347979">
                  <a:moveTo>
                    <a:pt x="290169" y="7010"/>
                  </a:moveTo>
                  <a:lnTo>
                    <a:pt x="302666" y="7924"/>
                  </a:lnTo>
                  <a:lnTo>
                    <a:pt x="304495" y="9753"/>
                  </a:lnTo>
                  <a:lnTo>
                    <a:pt x="306323" y="23774"/>
                  </a:lnTo>
                  <a:lnTo>
                    <a:pt x="306895" y="33285"/>
                  </a:lnTo>
                  <a:lnTo>
                    <a:pt x="306552" y="42938"/>
                  </a:lnTo>
                  <a:lnTo>
                    <a:pt x="305638" y="52535"/>
                  </a:lnTo>
                  <a:lnTo>
                    <a:pt x="304495" y="61874"/>
                  </a:lnTo>
                  <a:lnTo>
                    <a:pt x="302923" y="75952"/>
                  </a:lnTo>
                  <a:lnTo>
                    <a:pt x="301523" y="89915"/>
                  </a:lnTo>
                  <a:lnTo>
                    <a:pt x="300466" y="103879"/>
                  </a:lnTo>
                  <a:lnTo>
                    <a:pt x="299923" y="117957"/>
                  </a:lnTo>
                  <a:lnTo>
                    <a:pt x="299847" y="129982"/>
                  </a:lnTo>
                  <a:lnTo>
                    <a:pt x="300456" y="142379"/>
                  </a:lnTo>
                  <a:lnTo>
                    <a:pt x="319563" y="181160"/>
                  </a:lnTo>
                  <a:lnTo>
                    <a:pt x="331012" y="184403"/>
                  </a:lnTo>
                  <a:lnTo>
                    <a:pt x="334670" y="181965"/>
                  </a:lnTo>
                  <a:lnTo>
                    <a:pt x="339242" y="181355"/>
                  </a:lnTo>
                  <a:lnTo>
                    <a:pt x="325564" y="228357"/>
                  </a:lnTo>
                  <a:lnTo>
                    <a:pt x="319735" y="281635"/>
                  </a:lnTo>
                  <a:lnTo>
                    <a:pt x="318935" y="305371"/>
                  </a:lnTo>
                  <a:lnTo>
                    <a:pt x="318320" y="317253"/>
                  </a:lnTo>
                  <a:lnTo>
                    <a:pt x="316991" y="328879"/>
                  </a:lnTo>
                  <a:lnTo>
                    <a:pt x="315163" y="338632"/>
                  </a:lnTo>
                  <a:lnTo>
                    <a:pt x="313944" y="347776"/>
                  </a:lnTo>
                  <a:lnTo>
                    <a:pt x="303275" y="345643"/>
                  </a:lnTo>
                  <a:lnTo>
                    <a:pt x="295489" y="343080"/>
                  </a:lnTo>
                  <a:lnTo>
                    <a:pt x="288074" y="339089"/>
                  </a:lnTo>
                  <a:lnTo>
                    <a:pt x="280944" y="334413"/>
                  </a:lnTo>
                  <a:lnTo>
                    <a:pt x="274015" y="329793"/>
                  </a:lnTo>
                </a:path>
                <a:path w="339725" h="347979">
                  <a:moveTo>
                    <a:pt x="40233" y="3352"/>
                  </a:moveTo>
                  <a:lnTo>
                    <a:pt x="35051" y="1219"/>
                  </a:lnTo>
                  <a:lnTo>
                    <a:pt x="33832" y="609"/>
                  </a:lnTo>
                  <a:lnTo>
                    <a:pt x="30479" y="0"/>
                  </a:lnTo>
                  <a:lnTo>
                    <a:pt x="27431" y="8839"/>
                  </a:lnTo>
                  <a:lnTo>
                    <a:pt x="27431" y="14630"/>
                  </a:lnTo>
                  <a:lnTo>
                    <a:pt x="27431" y="24688"/>
                  </a:lnTo>
                  <a:lnTo>
                    <a:pt x="23188" y="64293"/>
                  </a:lnTo>
                  <a:lnTo>
                    <a:pt x="8405" y="99360"/>
                  </a:lnTo>
                  <a:lnTo>
                    <a:pt x="4571" y="106679"/>
                  </a:lnTo>
                  <a:lnTo>
                    <a:pt x="0" y="116433"/>
                  </a:lnTo>
                  <a:lnTo>
                    <a:pt x="3962" y="114299"/>
                  </a:lnTo>
                  <a:lnTo>
                    <a:pt x="10972" y="121005"/>
                  </a:lnTo>
                  <a:lnTo>
                    <a:pt x="22112" y="132888"/>
                  </a:lnTo>
                  <a:lnTo>
                    <a:pt x="29679" y="145656"/>
                  </a:lnTo>
                  <a:lnTo>
                    <a:pt x="33989" y="159967"/>
                  </a:lnTo>
                  <a:lnTo>
                    <a:pt x="35356" y="176479"/>
                  </a:lnTo>
                  <a:lnTo>
                    <a:pt x="34566" y="191695"/>
                  </a:lnTo>
                  <a:lnTo>
                    <a:pt x="32461" y="206997"/>
                  </a:lnTo>
                  <a:lnTo>
                    <a:pt x="29441" y="222127"/>
                  </a:lnTo>
                  <a:lnTo>
                    <a:pt x="25907" y="236829"/>
                  </a:lnTo>
                  <a:lnTo>
                    <a:pt x="23112" y="247683"/>
                  </a:lnTo>
                  <a:lnTo>
                    <a:pt x="20688" y="258737"/>
                  </a:lnTo>
                  <a:lnTo>
                    <a:pt x="19350" y="269962"/>
                  </a:lnTo>
                  <a:lnTo>
                    <a:pt x="19811" y="281330"/>
                  </a:lnTo>
                  <a:lnTo>
                    <a:pt x="22574" y="292703"/>
                  </a:lnTo>
                  <a:lnTo>
                    <a:pt x="44805" y="329183"/>
                  </a:lnTo>
                  <a:lnTo>
                    <a:pt x="50291" y="334060"/>
                  </a:lnTo>
                  <a:lnTo>
                    <a:pt x="55168" y="339242"/>
                  </a:lnTo>
                </a:path>
              </a:pathLst>
            </a:custGeom>
            <a:ln w="192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1/5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400302"/>
            <a:ext cx="4829810" cy="1067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From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previously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Arial"/>
              <a:cs typeface="Arial"/>
            </a:endParaRPr>
          </a:p>
          <a:p>
            <a:pPr marL="3232785" marR="43180" indent="-299720">
              <a:lnSpc>
                <a:spcPct val="32500"/>
              </a:lnSpc>
              <a:tabLst>
                <a:tab pos="3366770" algn="l"/>
                <a:tab pos="3827145" algn="l"/>
                <a:tab pos="4100829" algn="l"/>
                <a:tab pos="4678680" algn="l"/>
              </a:tabLst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650" i="1" spc="-179" baseline="42929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Symbol"/>
                <a:cs typeface="Symbol"/>
              </a:rPr>
              <a:t></a:t>
            </a:r>
            <a:r>
              <a:rPr sz="1900" dirty="0">
                <a:latin typeface="Times New Roman"/>
                <a:cs typeface="Times New Roman"/>
              </a:rPr>
              <a:t>		</a:t>
            </a:r>
            <a:r>
              <a:rPr sz="1900" spc="125" dirty="0">
                <a:latin typeface="Symbol"/>
                <a:cs typeface="Symbol"/>
              </a:rPr>
              <a:t></a:t>
            </a:r>
            <a:r>
              <a:rPr sz="1650" i="1" spc="187" baseline="42929" dirty="0">
                <a:latin typeface="Times New Roman"/>
                <a:cs typeface="Times New Roman"/>
              </a:rPr>
              <a:t>A</a:t>
            </a:r>
            <a:r>
              <a:rPr sz="1900" spc="125" dirty="0">
                <a:latin typeface="Symbol"/>
                <a:cs typeface="Symbol"/>
              </a:rPr>
              <a:t></a:t>
            </a:r>
            <a:r>
              <a:rPr sz="1900" spc="65" dirty="0">
                <a:latin typeface="Times New Roman"/>
                <a:cs typeface="Times New Roman"/>
              </a:rPr>
              <a:t> 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650" i="1" spc="-195" baseline="42929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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C</a:t>
            </a:r>
            <a:r>
              <a:rPr sz="1100" i="1" dirty="0">
                <a:latin typeface="Times New Roman"/>
                <a:cs typeface="Times New Roman"/>
              </a:rPr>
              <a:t>	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5156453"/>
            <a:ext cx="4639310" cy="5111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0" marR="5080" indent="-343535">
              <a:lnSpc>
                <a:spcPts val="1910"/>
              </a:lnSpc>
              <a:spcBef>
                <a:spcPts val="16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pre-</a:t>
            </a:r>
            <a:r>
              <a:rPr sz="1600" dirty="0">
                <a:latin typeface="Arial"/>
                <a:cs typeface="Arial"/>
              </a:rPr>
              <a:t>multiplying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sides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equation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by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reference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0" dirty="0">
                <a:latin typeface="Arial"/>
                <a:cs typeface="Arial"/>
              </a:rPr>
              <a:t> {</a:t>
            </a:r>
            <a:r>
              <a:rPr sz="1600" i="1" spc="-10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7508" y="5156453"/>
            <a:ext cx="2365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,we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convert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6024" y="4096529"/>
            <a:ext cx="11753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-697" baseline="19005" dirty="0">
                <a:latin typeface="Symbol"/>
                <a:cs typeface="Symbol"/>
              </a:rPr>
              <a:t></a:t>
            </a:r>
            <a:r>
              <a:rPr sz="2850" spc="-697" baseline="-14619" dirty="0">
                <a:latin typeface="Symbol"/>
                <a:cs typeface="Symbol"/>
              </a:rPr>
              <a:t></a:t>
            </a:r>
            <a:r>
              <a:rPr sz="2850" spc="-30" baseline="-14619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1900" i="1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i="1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2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1424" y="3589799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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1424" y="3775007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1424" y="3383607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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2862198"/>
            <a:ext cx="7452995" cy="8210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3535">
              <a:lnSpc>
                <a:spcPct val="1006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re-</a:t>
            </a:r>
            <a:r>
              <a:rPr sz="1600" dirty="0">
                <a:latin typeface="Arial"/>
                <a:cs typeface="Arial"/>
              </a:rPr>
              <a:t>assign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{0}</a:t>
            </a:r>
            <a:endParaRPr sz="1600">
              <a:latin typeface="Arial"/>
              <a:cs typeface="Arial"/>
            </a:endParaRPr>
          </a:p>
          <a:p>
            <a:pPr marL="393065" algn="ctr">
              <a:lnSpc>
                <a:spcPct val="100000"/>
              </a:lnSpc>
              <a:spcBef>
                <a:spcPts val="130"/>
              </a:spcBef>
            </a:pP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900" i="1" spc="-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1730" y="3730578"/>
            <a:ext cx="58928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900" i="1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0866" y="4555778"/>
            <a:ext cx="36766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-95" dirty="0">
                <a:latin typeface="Times New Roman"/>
                <a:cs typeface="Times New Roman"/>
              </a:rPr>
              <a:t> </a:t>
            </a:r>
            <a:r>
              <a:rPr sz="2850" spc="37" baseline="-24853" dirty="0">
                <a:latin typeface="Symbol"/>
                <a:cs typeface="Symbol"/>
              </a:rPr>
              <a:t></a:t>
            </a:r>
            <a:endParaRPr sz="2850" baseline="-24853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4173" y="4827955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1248" y="4665212"/>
            <a:ext cx="1419860" cy="360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780"/>
              </a:lnSpc>
              <a:spcBef>
                <a:spcPts val="125"/>
              </a:spcBef>
            </a:pPr>
            <a:r>
              <a:rPr sz="1900" spc="60" dirty="0">
                <a:latin typeface="Symbol"/>
                <a:cs typeface="Symbol"/>
              </a:rPr>
              <a:t></a:t>
            </a:r>
            <a:r>
              <a:rPr sz="1650" spc="89" baseline="42929" dirty="0">
                <a:latin typeface="Times New Roman"/>
                <a:cs typeface="Times New Roman"/>
              </a:rPr>
              <a:t>0</a:t>
            </a:r>
            <a:r>
              <a:rPr sz="1650" spc="-217" baseline="42929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Symbol"/>
                <a:cs typeface="Symbol"/>
              </a:rPr>
              <a:t></a:t>
            </a:r>
            <a:r>
              <a:rPr sz="1900" spc="19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Symbol"/>
                <a:cs typeface="Symbol"/>
              </a:rPr>
              <a:t></a:t>
            </a:r>
            <a:r>
              <a:rPr sz="1650" spc="15" baseline="42929" dirty="0">
                <a:latin typeface="Times New Roman"/>
                <a:cs typeface="Times New Roman"/>
              </a:rPr>
              <a:t>0</a:t>
            </a:r>
            <a:r>
              <a:rPr sz="1900" i="1" spc="10" dirty="0">
                <a:latin typeface="Times New Roman"/>
                <a:cs typeface="Times New Roman"/>
              </a:rPr>
              <a:t>R</a:t>
            </a:r>
            <a:r>
              <a:rPr sz="1650" i="1" spc="15" baseline="42929" dirty="0">
                <a:latin typeface="Times New Roman"/>
                <a:cs typeface="Times New Roman"/>
              </a:rPr>
              <a:t>i</a:t>
            </a:r>
            <a:r>
              <a:rPr sz="1650" i="1" spc="-127" baseline="42929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Symbol"/>
                <a:cs typeface="Symbol"/>
              </a:rPr>
              <a:t></a:t>
            </a:r>
            <a:endParaRPr sz="1900">
              <a:latin typeface="Symbol"/>
              <a:cs typeface="Symbol"/>
            </a:endParaRPr>
          </a:p>
          <a:p>
            <a:pPr marL="478155">
              <a:lnSpc>
                <a:spcPts val="819"/>
              </a:lnSpc>
              <a:tabLst>
                <a:tab pos="704215" algn="l"/>
                <a:tab pos="118173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01728" y="5315028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80508" y="5040760"/>
            <a:ext cx="429259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R</a:t>
            </a:r>
            <a:endParaRPr sz="2850" baseline="-24853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051225" y="2165781"/>
            <a:ext cx="483234" cy="176530"/>
            <a:chOff x="3051225" y="2165781"/>
            <a:chExt cx="483234" cy="176530"/>
          </a:xfrm>
        </p:grpSpPr>
        <p:sp>
          <p:nvSpPr>
            <p:cNvPr id="19" name="object 19"/>
            <p:cNvSpPr/>
            <p:nvPr/>
          </p:nvSpPr>
          <p:spPr>
            <a:xfrm>
              <a:off x="3060826" y="2257297"/>
              <a:ext cx="382905" cy="5080"/>
            </a:xfrm>
            <a:custGeom>
              <a:avLst/>
              <a:gdLst/>
              <a:ahLst/>
              <a:cxnLst/>
              <a:rect l="l" t="t" r="r" b="b"/>
              <a:pathLst>
                <a:path w="382904" h="5080">
                  <a:moveTo>
                    <a:pt x="0" y="0"/>
                  </a:moveTo>
                  <a:lnTo>
                    <a:pt x="38290" y="1321"/>
                  </a:lnTo>
                  <a:lnTo>
                    <a:pt x="70550" y="1613"/>
                  </a:lnTo>
                  <a:lnTo>
                    <a:pt x="90185" y="1190"/>
                  </a:lnTo>
                  <a:lnTo>
                    <a:pt x="109845" y="648"/>
                  </a:lnTo>
                  <a:lnTo>
                    <a:pt x="129540" y="380"/>
                  </a:lnTo>
                  <a:lnTo>
                    <a:pt x="181625" y="587"/>
                  </a:lnTo>
                  <a:lnTo>
                    <a:pt x="233807" y="1269"/>
                  </a:lnTo>
                  <a:lnTo>
                    <a:pt x="257960" y="1654"/>
                  </a:lnTo>
                  <a:lnTo>
                    <a:pt x="282066" y="1968"/>
                  </a:lnTo>
                  <a:lnTo>
                    <a:pt x="306173" y="2377"/>
                  </a:lnTo>
                  <a:lnTo>
                    <a:pt x="330326" y="3048"/>
                  </a:lnTo>
                  <a:lnTo>
                    <a:pt x="343665" y="3532"/>
                  </a:lnTo>
                  <a:lnTo>
                    <a:pt x="361505" y="4159"/>
                  </a:lnTo>
                  <a:lnTo>
                    <a:pt x="376868" y="4548"/>
                  </a:lnTo>
                  <a:lnTo>
                    <a:pt x="382777" y="4317"/>
                  </a:lnTo>
                  <a:lnTo>
                    <a:pt x="379095" y="2159"/>
                  </a:lnTo>
                  <a:lnTo>
                    <a:pt x="377571" y="1524"/>
                  </a:lnTo>
                  <a:lnTo>
                    <a:pt x="375158" y="380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552" y="2165781"/>
              <a:ext cx="152425" cy="1761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920" y="589229"/>
            <a:ext cx="58362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2/5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78506"/>
            <a:ext cx="4369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Using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recently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defined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notation,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have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9194" y="3740277"/>
            <a:ext cx="6581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-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 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+1}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7794" y="3984116"/>
            <a:ext cx="4613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+1}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Recall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car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example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194" y="4276725"/>
            <a:ext cx="6350000" cy="109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marR="5080" indent="-125095">
              <a:lnSpc>
                <a:spcPct val="100000"/>
              </a:lnSpc>
              <a:spcBef>
                <a:spcPts val="95"/>
              </a:spcBef>
              <a:buChar char="-"/>
              <a:tabLst>
                <a:tab pos="241300" algn="l"/>
              </a:tabLst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	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{</a:t>
            </a:r>
            <a:r>
              <a:rPr sz="1600" i="1" spc="-20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  <a:p>
            <a:pPr marL="127000" marR="353695" indent="-114300">
              <a:lnSpc>
                <a:spcPts val="2310"/>
              </a:lnSpc>
              <a:spcBef>
                <a:spcPts val="90"/>
              </a:spcBef>
              <a:buChar char="-"/>
              <a:tabLst>
                <a:tab pos="127000" algn="l"/>
                <a:tab pos="137795" algn="l"/>
              </a:tabLst>
            </a:pPr>
            <a:r>
              <a:rPr sz="1600" dirty="0">
                <a:latin typeface="Arial"/>
                <a:cs typeface="Arial"/>
              </a:rPr>
              <a:t>	Angular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i+1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{</a:t>
            </a:r>
            <a:r>
              <a:rPr sz="1600" i="1" spc="-20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4865" y="1727631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2382" y="1727631"/>
            <a:ext cx="22517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4820" algn="l"/>
                <a:tab pos="995044" algn="l"/>
                <a:tab pos="1309370" algn="l"/>
                <a:tab pos="1562735" algn="l"/>
                <a:tab pos="203898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1920" y="1455454"/>
            <a:ext cx="189230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spc="75" baseline="-24853" dirty="0">
                <a:latin typeface="Symbol"/>
                <a:cs typeface="Symbol"/>
              </a:rPr>
              <a:t></a:t>
            </a:r>
            <a:r>
              <a:rPr sz="1100" i="1" spc="50" dirty="0">
                <a:latin typeface="Times New Roman"/>
                <a:cs typeface="Times New Roman"/>
              </a:rPr>
              <a:t>i</a:t>
            </a:r>
            <a:r>
              <a:rPr sz="1100" spc="50" dirty="0">
                <a:latin typeface="Symbol"/>
                <a:cs typeface="Symbol"/>
              </a:rPr>
              <a:t></a:t>
            </a:r>
            <a:r>
              <a:rPr sz="1100" spc="50" dirty="0">
                <a:latin typeface="Times New Roman"/>
                <a:cs typeface="Times New Roman"/>
              </a:rPr>
              <a:t>1</a:t>
            </a:r>
            <a:r>
              <a:rPr sz="2850" i="1" spc="75" baseline="-24853" dirty="0">
                <a:latin typeface="Times New Roman"/>
                <a:cs typeface="Times New Roman"/>
              </a:rPr>
              <a:t>R</a:t>
            </a:r>
            <a:r>
              <a:rPr sz="1100" spc="50" dirty="0">
                <a:latin typeface="Times New Roman"/>
                <a:cs typeface="Times New Roman"/>
              </a:rPr>
              <a:t>0</a:t>
            </a:r>
            <a:r>
              <a:rPr sz="2850" spc="75" baseline="-24853" dirty="0">
                <a:latin typeface="Symbol"/>
                <a:cs typeface="Symbol"/>
              </a:rPr>
              <a:t></a:t>
            </a:r>
            <a:r>
              <a:rPr sz="2850" spc="247" baseline="-24853" dirty="0">
                <a:latin typeface="Times New Roman"/>
                <a:cs typeface="Times New Roman"/>
              </a:rPr>
              <a:t> </a:t>
            </a:r>
            <a:r>
              <a:rPr sz="2850" spc="30" baseline="-24853" dirty="0">
                <a:latin typeface="Symbol"/>
                <a:cs typeface="Symbol"/>
              </a:rPr>
              <a:t></a:t>
            </a:r>
            <a:r>
              <a:rPr sz="1100" i="1" spc="20" dirty="0">
                <a:latin typeface="Times New Roman"/>
                <a:cs typeface="Times New Roman"/>
              </a:rPr>
              <a:t>i</a:t>
            </a:r>
            <a:r>
              <a:rPr sz="1100" spc="20" dirty="0">
                <a:latin typeface="Symbol"/>
                <a:cs typeface="Symbol"/>
              </a:rPr>
              <a:t></a:t>
            </a:r>
            <a:r>
              <a:rPr sz="1100" spc="20" dirty="0">
                <a:latin typeface="Times New Roman"/>
                <a:cs typeface="Times New Roman"/>
              </a:rPr>
              <a:t>1</a:t>
            </a:r>
            <a:r>
              <a:rPr sz="2850" i="1" spc="30" baseline="-24853" dirty="0">
                <a:latin typeface="Times New Roman"/>
                <a:cs typeface="Times New Roman"/>
              </a:rPr>
              <a:t>R</a:t>
            </a:r>
            <a:r>
              <a:rPr sz="1100" spc="20" dirty="0">
                <a:latin typeface="Times New Roman"/>
                <a:cs typeface="Times New Roman"/>
              </a:rPr>
              <a:t>0</a:t>
            </a:r>
            <a:r>
              <a:rPr sz="2850" i="1" spc="30" baseline="-24853" dirty="0">
                <a:latin typeface="Times New Roman"/>
                <a:cs typeface="Times New Roman"/>
              </a:rPr>
              <a:t>R</a:t>
            </a:r>
            <a:r>
              <a:rPr sz="1100" i="1" spc="20" dirty="0">
                <a:latin typeface="Times New Roman"/>
                <a:cs typeface="Times New Roman"/>
              </a:rPr>
              <a:t>i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2850" spc="37" baseline="-24853" dirty="0">
                <a:latin typeface="Symbol"/>
                <a:cs typeface="Symbol"/>
              </a:rPr>
              <a:t></a:t>
            </a:r>
            <a:endParaRPr sz="2850" baseline="-24853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4224" y="1455454"/>
            <a:ext cx="72326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60" dirty="0">
                <a:latin typeface="Times New Roman"/>
                <a:cs typeface="Times New Roman"/>
              </a:rPr>
              <a:t>i</a:t>
            </a:r>
            <a:r>
              <a:rPr sz="1100" spc="60" dirty="0">
                <a:latin typeface="Symbol"/>
                <a:cs typeface="Symbol"/>
              </a:rPr>
              <a:t></a:t>
            </a:r>
            <a:r>
              <a:rPr sz="1100" spc="60" dirty="0">
                <a:latin typeface="Times New Roman"/>
                <a:cs typeface="Times New Roman"/>
              </a:rPr>
              <a:t>1</a:t>
            </a:r>
            <a:r>
              <a:rPr sz="2850" i="1" spc="89" baseline="-24853" dirty="0">
                <a:latin typeface="Times New Roman"/>
                <a:cs typeface="Times New Roman"/>
              </a:rPr>
              <a:t>R</a:t>
            </a:r>
            <a:r>
              <a:rPr sz="1100" spc="60" dirty="0">
                <a:latin typeface="Times New Roman"/>
                <a:cs typeface="Times New Roman"/>
              </a:rPr>
              <a:t>0</a:t>
            </a:r>
            <a:r>
              <a:rPr sz="2850" spc="89" baseline="-24853" dirty="0">
                <a:latin typeface="Symbol"/>
                <a:cs typeface="Symbol"/>
              </a:rPr>
              <a:t></a:t>
            </a:r>
            <a:endParaRPr sz="2850" baseline="-24853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0337" y="3110280"/>
            <a:ext cx="10420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1790" algn="l"/>
                <a:tab pos="82931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0102" y="2939840"/>
            <a:ext cx="98869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91185" algn="l"/>
                <a:tab pos="93408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2900" y="3110280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8121" y="2932981"/>
            <a:ext cx="134810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9725" algn="l"/>
                <a:tab pos="915669" algn="l"/>
              </a:tabLst>
            </a:pP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35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Symbol"/>
                <a:cs typeface="Symbol"/>
              </a:rPr>
              <a:t>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5892" y="2823547"/>
            <a:ext cx="429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75" i="1" spc="-30" baseline="-23035" dirty="0"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0849" y="3874415"/>
            <a:ext cx="223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3750" y="3587351"/>
            <a:ext cx="426084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00" i="1" spc="-30" baseline="-23611" dirty="0">
                <a:latin typeface="Symbol"/>
                <a:cs typeface="Symbol"/>
              </a:rPr>
              <a:t></a:t>
            </a:r>
            <a:endParaRPr sz="3000" baseline="-23611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8326" y="4426865"/>
            <a:ext cx="660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2937" y="4140194"/>
            <a:ext cx="422909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00" i="1" spc="-30" baseline="-23611" dirty="0">
                <a:latin typeface="Symbol"/>
                <a:cs typeface="Symbol"/>
              </a:rPr>
              <a:t></a:t>
            </a:r>
            <a:endParaRPr sz="3000" baseline="-23611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56246" y="4996714"/>
            <a:ext cx="223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0639" y="4996714"/>
            <a:ext cx="666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5091" y="4723568"/>
            <a:ext cx="6927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i="1" spc="20" dirty="0">
                <a:latin typeface="Times New Roman"/>
                <a:cs typeface="Times New Roman"/>
              </a:rPr>
              <a:t>i</a:t>
            </a:r>
            <a:r>
              <a:rPr sz="1100" spc="20" dirty="0">
                <a:latin typeface="Symbol"/>
                <a:cs typeface="Symbol"/>
              </a:rPr>
              <a:t></a:t>
            </a:r>
            <a:r>
              <a:rPr sz="1100" spc="20" dirty="0">
                <a:latin typeface="Times New Roman"/>
                <a:cs typeface="Times New Roman"/>
              </a:rPr>
              <a:t>1</a:t>
            </a:r>
            <a:r>
              <a:rPr sz="2850" i="1" spc="30" baseline="-24853" dirty="0">
                <a:latin typeface="Times New Roman"/>
                <a:cs typeface="Times New Roman"/>
              </a:rPr>
              <a:t>R</a:t>
            </a:r>
            <a:r>
              <a:rPr sz="1100" i="1" spc="20" dirty="0">
                <a:latin typeface="Times New Roman"/>
                <a:cs typeface="Times New Roman"/>
              </a:rPr>
              <a:t>i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2850" spc="-7" baseline="-24853" dirty="0">
                <a:latin typeface="Symbol"/>
                <a:cs typeface="Symbol"/>
              </a:rPr>
              <a:t></a:t>
            </a:r>
            <a:endParaRPr sz="2850" baseline="-24853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83092" y="4172875"/>
            <a:ext cx="57531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6570" algn="l"/>
              </a:tabLst>
            </a:pPr>
            <a:r>
              <a:rPr sz="1150" i="1" spc="-50" dirty="0">
                <a:latin typeface="Times New Roman"/>
                <a:cs typeface="Times New Roman"/>
              </a:rPr>
              <a:t>c</a:t>
            </a:r>
            <a:r>
              <a:rPr sz="1150" i="1" dirty="0">
                <a:latin typeface="Times New Roman"/>
                <a:cs typeface="Times New Roman"/>
              </a:rPr>
              <a:t>	</a:t>
            </a:r>
            <a:r>
              <a:rPr sz="1150" i="1" spc="-50" dirty="0"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57003" y="3999538"/>
            <a:ext cx="61531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5940" algn="l"/>
              </a:tabLst>
            </a:pPr>
            <a:r>
              <a:rPr sz="1150" i="1" spc="-50" dirty="0">
                <a:latin typeface="Times New Roman"/>
                <a:cs typeface="Times New Roman"/>
              </a:rPr>
              <a:t>w</a:t>
            </a:r>
            <a:r>
              <a:rPr sz="1150" i="1" dirty="0">
                <a:latin typeface="Times New Roman"/>
                <a:cs typeface="Times New Roman"/>
              </a:rPr>
              <a:t>	</a:t>
            </a:r>
            <a:r>
              <a:rPr sz="1150" i="1" spc="-50" dirty="0"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8949" y="3949520"/>
            <a:ext cx="9144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i="1" spc="-50" dirty="0"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70502" y="3843379"/>
            <a:ext cx="50800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50" spc="-434" dirty="0">
                <a:latin typeface="Symbol"/>
                <a:cs typeface="Symbol"/>
              </a:rPr>
              <a:t></a:t>
            </a:r>
            <a:r>
              <a:rPr sz="3250" spc="-13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V</a:t>
            </a:r>
            <a:r>
              <a:rPr sz="1950" i="1" spc="215" dirty="0">
                <a:latin typeface="Times New Roman"/>
                <a:cs typeface="Times New Roman"/>
              </a:rPr>
              <a:t> </a:t>
            </a:r>
            <a:r>
              <a:rPr sz="3250" spc="-745" dirty="0">
                <a:latin typeface="Symbol"/>
                <a:cs typeface="Symbol"/>
              </a:rPr>
              <a:t>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34331" y="4007408"/>
            <a:ext cx="36195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</a:t>
            </a:r>
            <a:r>
              <a:rPr sz="1950" spc="195" dirty="0">
                <a:latin typeface="Times New Roman"/>
                <a:cs typeface="Times New Roman"/>
              </a:rPr>
              <a:t> </a:t>
            </a:r>
            <a:r>
              <a:rPr sz="1950" i="1" spc="-50" dirty="0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635171" y="1393113"/>
            <a:ext cx="1946910" cy="225425"/>
            <a:chOff x="3635171" y="1393113"/>
            <a:chExt cx="1946910" cy="22542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5171" y="1393113"/>
              <a:ext cx="102133" cy="2249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3429" y="1405940"/>
              <a:ext cx="72719" cy="1959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674618" y="1408811"/>
              <a:ext cx="1897380" cy="164465"/>
            </a:xfrm>
            <a:custGeom>
              <a:avLst/>
              <a:gdLst/>
              <a:ahLst/>
              <a:cxnLst/>
              <a:rect l="l" t="t" r="r" b="b"/>
              <a:pathLst>
                <a:path w="1897379" h="164465">
                  <a:moveTo>
                    <a:pt x="1850771" y="32892"/>
                  </a:moveTo>
                  <a:lnTo>
                    <a:pt x="1848246" y="28733"/>
                  </a:lnTo>
                  <a:lnTo>
                    <a:pt x="1846484" y="33147"/>
                  </a:lnTo>
                  <a:lnTo>
                    <a:pt x="1845341" y="41179"/>
                  </a:lnTo>
                  <a:lnTo>
                    <a:pt x="1844675" y="47878"/>
                  </a:lnTo>
                  <a:lnTo>
                    <a:pt x="1843476" y="59564"/>
                  </a:lnTo>
                  <a:lnTo>
                    <a:pt x="1842897" y="71358"/>
                  </a:lnTo>
                  <a:lnTo>
                    <a:pt x="1842603" y="83222"/>
                  </a:lnTo>
                  <a:lnTo>
                    <a:pt x="1842262" y="95123"/>
                  </a:lnTo>
                  <a:lnTo>
                    <a:pt x="1842406" y="106920"/>
                  </a:lnTo>
                  <a:lnTo>
                    <a:pt x="1843039" y="118729"/>
                  </a:lnTo>
                  <a:lnTo>
                    <a:pt x="1843887" y="130609"/>
                  </a:lnTo>
                  <a:lnTo>
                    <a:pt x="1844675" y="142621"/>
                  </a:lnTo>
                  <a:lnTo>
                    <a:pt x="1844675" y="145668"/>
                  </a:lnTo>
                  <a:lnTo>
                    <a:pt x="1844675" y="149351"/>
                  </a:lnTo>
                  <a:lnTo>
                    <a:pt x="1845056" y="152400"/>
                  </a:lnTo>
                </a:path>
                <a:path w="1897379" h="164465">
                  <a:moveTo>
                    <a:pt x="1849882" y="163956"/>
                  </a:moveTo>
                  <a:lnTo>
                    <a:pt x="1856867" y="160654"/>
                  </a:lnTo>
                  <a:lnTo>
                    <a:pt x="1861439" y="155448"/>
                  </a:lnTo>
                  <a:lnTo>
                    <a:pt x="1867281" y="149987"/>
                  </a:lnTo>
                  <a:lnTo>
                    <a:pt x="1873377" y="144144"/>
                  </a:lnTo>
                  <a:lnTo>
                    <a:pt x="1878584" y="138049"/>
                  </a:lnTo>
                  <a:lnTo>
                    <a:pt x="1885569" y="133223"/>
                  </a:lnTo>
                  <a:lnTo>
                    <a:pt x="1888871" y="130683"/>
                  </a:lnTo>
                  <a:lnTo>
                    <a:pt x="1889760" y="130175"/>
                  </a:lnTo>
                  <a:lnTo>
                    <a:pt x="1892300" y="129539"/>
                  </a:lnTo>
                  <a:lnTo>
                    <a:pt x="1897380" y="139318"/>
                  </a:lnTo>
                  <a:lnTo>
                    <a:pt x="1895856" y="140208"/>
                  </a:lnTo>
                  <a:lnTo>
                    <a:pt x="1891284" y="149605"/>
                  </a:lnTo>
                  <a:lnTo>
                    <a:pt x="1888871" y="154559"/>
                  </a:lnTo>
                  <a:lnTo>
                    <a:pt x="1884680" y="161543"/>
                  </a:lnTo>
                  <a:lnTo>
                    <a:pt x="1878584" y="162433"/>
                  </a:lnTo>
                  <a:lnTo>
                    <a:pt x="1871472" y="163956"/>
                  </a:lnTo>
                  <a:lnTo>
                    <a:pt x="1865122" y="154177"/>
                  </a:lnTo>
                  <a:lnTo>
                    <a:pt x="1860296" y="150240"/>
                  </a:lnTo>
                </a:path>
                <a:path w="1897379" h="164465">
                  <a:moveTo>
                    <a:pt x="6477" y="6350"/>
                  </a:moveTo>
                  <a:lnTo>
                    <a:pt x="3429" y="3048"/>
                  </a:lnTo>
                  <a:lnTo>
                    <a:pt x="2540" y="1777"/>
                  </a:lnTo>
                  <a:lnTo>
                    <a:pt x="0" y="0"/>
                  </a:lnTo>
                  <a:lnTo>
                    <a:pt x="70151" y="6826"/>
                  </a:lnTo>
                  <a:lnTo>
                    <a:pt x="140589" y="10033"/>
                  </a:lnTo>
                  <a:lnTo>
                    <a:pt x="186882" y="10537"/>
                  </a:lnTo>
                  <a:lnTo>
                    <a:pt x="233229" y="10475"/>
                  </a:lnTo>
                  <a:lnTo>
                    <a:pt x="279596" y="10225"/>
                  </a:lnTo>
                  <a:lnTo>
                    <a:pt x="325943" y="10163"/>
                  </a:lnTo>
                  <a:lnTo>
                    <a:pt x="372237" y="10667"/>
                  </a:lnTo>
                  <a:lnTo>
                    <a:pt x="426607" y="12777"/>
                  </a:lnTo>
                  <a:lnTo>
                    <a:pt x="480897" y="16411"/>
                  </a:lnTo>
                  <a:lnTo>
                    <a:pt x="535130" y="20764"/>
                  </a:lnTo>
                  <a:lnTo>
                    <a:pt x="589331" y="25033"/>
                  </a:lnTo>
                  <a:lnTo>
                    <a:pt x="643526" y="28412"/>
                  </a:lnTo>
                  <a:lnTo>
                    <a:pt x="697738" y="30099"/>
                  </a:lnTo>
                  <a:lnTo>
                    <a:pt x="742739" y="30771"/>
                  </a:lnTo>
                  <a:lnTo>
                    <a:pt x="787431" y="31956"/>
                  </a:lnTo>
                  <a:lnTo>
                    <a:pt x="832076" y="33831"/>
                  </a:lnTo>
                  <a:lnTo>
                    <a:pt x="876935" y="36575"/>
                  </a:lnTo>
                  <a:lnTo>
                    <a:pt x="930924" y="38972"/>
                  </a:lnTo>
                  <a:lnTo>
                    <a:pt x="984968" y="39534"/>
                  </a:lnTo>
                  <a:lnTo>
                    <a:pt x="1039030" y="39291"/>
                  </a:lnTo>
                  <a:lnTo>
                    <a:pt x="1093074" y="39274"/>
                  </a:lnTo>
                  <a:lnTo>
                    <a:pt x="1147064" y="40512"/>
                  </a:lnTo>
                  <a:lnTo>
                    <a:pt x="1194482" y="42385"/>
                  </a:lnTo>
                  <a:lnTo>
                    <a:pt x="1241975" y="44064"/>
                  </a:lnTo>
                  <a:lnTo>
                    <a:pt x="1289510" y="45545"/>
                  </a:lnTo>
                  <a:lnTo>
                    <a:pt x="1337055" y="46825"/>
                  </a:lnTo>
                  <a:lnTo>
                    <a:pt x="1384580" y="47900"/>
                  </a:lnTo>
                  <a:lnTo>
                    <a:pt x="1432052" y="48767"/>
                  </a:lnTo>
                  <a:lnTo>
                    <a:pt x="1480185" y="48886"/>
                  </a:lnTo>
                  <a:lnTo>
                    <a:pt x="1528322" y="47813"/>
                  </a:lnTo>
                  <a:lnTo>
                    <a:pt x="1576466" y="46069"/>
                  </a:lnTo>
                  <a:lnTo>
                    <a:pt x="1624621" y="44177"/>
                  </a:lnTo>
                  <a:lnTo>
                    <a:pt x="1672790" y="42659"/>
                  </a:lnTo>
                  <a:lnTo>
                    <a:pt x="1720977" y="42037"/>
                  </a:lnTo>
                  <a:lnTo>
                    <a:pt x="1741945" y="42523"/>
                  </a:lnTo>
                  <a:lnTo>
                    <a:pt x="1763664" y="42973"/>
                  </a:lnTo>
                  <a:lnTo>
                    <a:pt x="1785217" y="41876"/>
                  </a:lnTo>
                  <a:lnTo>
                    <a:pt x="1805686" y="37718"/>
                  </a:lnTo>
                  <a:lnTo>
                    <a:pt x="1805973" y="36802"/>
                  </a:lnTo>
                  <a:lnTo>
                    <a:pt x="1801701" y="36385"/>
                  </a:lnTo>
                  <a:lnTo>
                    <a:pt x="1797452" y="35968"/>
                  </a:lnTo>
                  <a:lnTo>
                    <a:pt x="1797812" y="35051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307511" y="1897557"/>
            <a:ext cx="2990215" cy="1735455"/>
            <a:chOff x="3307511" y="1897557"/>
            <a:chExt cx="2990215" cy="1735455"/>
          </a:xfrm>
        </p:grpSpPr>
        <p:sp>
          <p:nvSpPr>
            <p:cNvPr id="34" name="object 34"/>
            <p:cNvSpPr/>
            <p:nvPr/>
          </p:nvSpPr>
          <p:spPr>
            <a:xfrm>
              <a:off x="3317112" y="1907159"/>
              <a:ext cx="974725" cy="1346200"/>
            </a:xfrm>
            <a:custGeom>
              <a:avLst/>
              <a:gdLst/>
              <a:ahLst/>
              <a:cxnLst/>
              <a:rect l="l" t="t" r="r" b="b"/>
              <a:pathLst>
                <a:path w="974725" h="1346200">
                  <a:moveTo>
                    <a:pt x="0" y="0"/>
                  </a:moveTo>
                  <a:lnTo>
                    <a:pt x="8254" y="1777"/>
                  </a:lnTo>
                  <a:lnTo>
                    <a:pt x="3048" y="9778"/>
                  </a:lnTo>
                  <a:lnTo>
                    <a:pt x="3428" y="16382"/>
                  </a:lnTo>
                  <a:lnTo>
                    <a:pt x="3494" y="22927"/>
                  </a:lnTo>
                  <a:lnTo>
                    <a:pt x="3190" y="29495"/>
                  </a:lnTo>
                  <a:lnTo>
                    <a:pt x="2911" y="35921"/>
                  </a:lnTo>
                  <a:lnTo>
                    <a:pt x="3048" y="42037"/>
                  </a:lnTo>
                  <a:lnTo>
                    <a:pt x="3937" y="49021"/>
                  </a:lnTo>
                  <a:lnTo>
                    <a:pt x="3428" y="54482"/>
                  </a:lnTo>
                  <a:lnTo>
                    <a:pt x="5207" y="61594"/>
                  </a:lnTo>
                </a:path>
                <a:path w="974725" h="1346200">
                  <a:moveTo>
                    <a:pt x="16763" y="18923"/>
                  </a:moveTo>
                  <a:lnTo>
                    <a:pt x="15704" y="30360"/>
                  </a:lnTo>
                  <a:lnTo>
                    <a:pt x="14859" y="41846"/>
                  </a:lnTo>
                  <a:lnTo>
                    <a:pt x="14299" y="53427"/>
                  </a:lnTo>
                  <a:lnTo>
                    <a:pt x="14097" y="65150"/>
                  </a:lnTo>
                  <a:lnTo>
                    <a:pt x="14097" y="72770"/>
                  </a:lnTo>
                  <a:lnTo>
                    <a:pt x="14604" y="79248"/>
                  </a:lnTo>
                  <a:lnTo>
                    <a:pt x="15239" y="86487"/>
                  </a:lnTo>
                  <a:lnTo>
                    <a:pt x="20447" y="86487"/>
                  </a:lnTo>
                  <a:lnTo>
                    <a:pt x="25653" y="85978"/>
                  </a:lnTo>
                  <a:lnTo>
                    <a:pt x="30861" y="85598"/>
                  </a:lnTo>
                  <a:lnTo>
                    <a:pt x="72516" y="84074"/>
                  </a:lnTo>
                  <a:lnTo>
                    <a:pt x="122136" y="83913"/>
                  </a:lnTo>
                  <a:lnTo>
                    <a:pt x="171719" y="83931"/>
                  </a:lnTo>
                  <a:lnTo>
                    <a:pt x="221232" y="84877"/>
                  </a:lnTo>
                  <a:lnTo>
                    <a:pt x="270637" y="87502"/>
                  </a:lnTo>
                  <a:lnTo>
                    <a:pt x="316515" y="90099"/>
                  </a:lnTo>
                  <a:lnTo>
                    <a:pt x="362095" y="91544"/>
                  </a:lnTo>
                  <a:lnTo>
                    <a:pt x="407595" y="92148"/>
                  </a:lnTo>
                  <a:lnTo>
                    <a:pt x="453236" y="92221"/>
                  </a:lnTo>
                  <a:lnTo>
                    <a:pt x="499237" y="92075"/>
                  </a:lnTo>
                  <a:lnTo>
                    <a:pt x="544653" y="92049"/>
                  </a:lnTo>
                  <a:lnTo>
                    <a:pt x="590153" y="92154"/>
                  </a:lnTo>
                  <a:lnTo>
                    <a:pt x="635629" y="92664"/>
                  </a:lnTo>
                  <a:lnTo>
                    <a:pt x="680974" y="93852"/>
                  </a:lnTo>
                  <a:lnTo>
                    <a:pt x="727535" y="98313"/>
                  </a:lnTo>
                  <a:lnTo>
                    <a:pt x="750929" y="100836"/>
                  </a:lnTo>
                  <a:lnTo>
                    <a:pt x="774573" y="102107"/>
                  </a:lnTo>
                  <a:lnTo>
                    <a:pt x="817102" y="101461"/>
                  </a:lnTo>
                  <a:lnTo>
                    <a:pt x="859916" y="100266"/>
                  </a:lnTo>
                  <a:lnTo>
                    <a:pt x="902731" y="100214"/>
                  </a:lnTo>
                  <a:lnTo>
                    <a:pt x="945261" y="102996"/>
                  </a:lnTo>
                  <a:lnTo>
                    <a:pt x="971423" y="108457"/>
                  </a:lnTo>
                  <a:lnTo>
                    <a:pt x="972188" y="102084"/>
                  </a:lnTo>
                  <a:lnTo>
                    <a:pt x="973645" y="93567"/>
                  </a:lnTo>
                  <a:lnTo>
                    <a:pt x="974530" y="85097"/>
                  </a:lnTo>
                  <a:lnTo>
                    <a:pt x="973582" y="78866"/>
                  </a:lnTo>
                  <a:lnTo>
                    <a:pt x="970008" y="74352"/>
                  </a:lnTo>
                  <a:lnTo>
                    <a:pt x="966898" y="72850"/>
                  </a:lnTo>
                  <a:lnTo>
                    <a:pt x="963384" y="71848"/>
                  </a:lnTo>
                  <a:lnTo>
                    <a:pt x="958596" y="68833"/>
                  </a:lnTo>
                </a:path>
                <a:path w="974725" h="1346200">
                  <a:moveTo>
                    <a:pt x="439800" y="92075"/>
                  </a:moveTo>
                  <a:lnTo>
                    <a:pt x="476075" y="110394"/>
                  </a:lnTo>
                  <a:lnTo>
                    <a:pt x="502920" y="144144"/>
                  </a:lnTo>
                  <a:lnTo>
                    <a:pt x="522448" y="180889"/>
                  </a:lnTo>
                  <a:lnTo>
                    <a:pt x="534120" y="253855"/>
                  </a:lnTo>
                  <a:lnTo>
                    <a:pt x="525145" y="294386"/>
                  </a:lnTo>
                  <a:lnTo>
                    <a:pt x="506508" y="339880"/>
                  </a:lnTo>
                  <a:lnTo>
                    <a:pt x="482397" y="383892"/>
                  </a:lnTo>
                  <a:lnTo>
                    <a:pt x="454787" y="426783"/>
                  </a:lnTo>
                  <a:lnTo>
                    <a:pt x="425652" y="468912"/>
                  </a:lnTo>
                  <a:lnTo>
                    <a:pt x="396969" y="510638"/>
                  </a:lnTo>
                  <a:lnTo>
                    <a:pt x="370713" y="552323"/>
                  </a:lnTo>
                  <a:lnTo>
                    <a:pt x="345672" y="596616"/>
                  </a:lnTo>
                  <a:lnTo>
                    <a:pt x="321833" y="641397"/>
                  </a:lnTo>
                  <a:lnTo>
                    <a:pt x="299257" y="686821"/>
                  </a:lnTo>
                  <a:lnTo>
                    <a:pt x="278002" y="733043"/>
                  </a:lnTo>
                  <a:lnTo>
                    <a:pt x="260096" y="774160"/>
                  </a:lnTo>
                  <a:lnTo>
                    <a:pt x="244475" y="816228"/>
                  </a:lnTo>
                  <a:lnTo>
                    <a:pt x="233054" y="857067"/>
                  </a:lnTo>
                  <a:lnTo>
                    <a:pt x="226075" y="901572"/>
                  </a:lnTo>
                  <a:lnTo>
                    <a:pt x="228740" y="945316"/>
                  </a:lnTo>
                  <a:lnTo>
                    <a:pt x="246252" y="983868"/>
                  </a:lnTo>
                  <a:lnTo>
                    <a:pt x="285829" y="1002603"/>
                  </a:lnTo>
                  <a:lnTo>
                    <a:pt x="301751" y="1002791"/>
                  </a:lnTo>
                  <a:lnTo>
                    <a:pt x="331791" y="1000005"/>
                  </a:lnTo>
                  <a:lnTo>
                    <a:pt x="361092" y="995267"/>
                  </a:lnTo>
                  <a:lnTo>
                    <a:pt x="390441" y="992004"/>
                  </a:lnTo>
                  <a:lnTo>
                    <a:pt x="420624" y="993648"/>
                  </a:lnTo>
                  <a:lnTo>
                    <a:pt x="424307" y="994282"/>
                  </a:lnTo>
                  <a:lnTo>
                    <a:pt x="425576" y="994790"/>
                  </a:lnTo>
                  <a:lnTo>
                    <a:pt x="427609" y="995806"/>
                  </a:lnTo>
                </a:path>
                <a:path w="974725" h="1346200">
                  <a:moveTo>
                    <a:pt x="395986" y="1023746"/>
                  </a:moveTo>
                  <a:lnTo>
                    <a:pt x="432063" y="1011322"/>
                  </a:lnTo>
                  <a:lnTo>
                    <a:pt x="483608" y="1005649"/>
                  </a:lnTo>
                  <a:lnTo>
                    <a:pt x="533400" y="1003935"/>
                  </a:lnTo>
                  <a:lnTo>
                    <a:pt x="553723" y="1004446"/>
                  </a:lnTo>
                  <a:lnTo>
                    <a:pt x="573976" y="1005268"/>
                  </a:lnTo>
                  <a:lnTo>
                    <a:pt x="594229" y="1006185"/>
                  </a:lnTo>
                  <a:lnTo>
                    <a:pt x="614552" y="1006982"/>
                  </a:lnTo>
                  <a:lnTo>
                    <a:pt x="656907" y="1009332"/>
                  </a:lnTo>
                  <a:lnTo>
                    <a:pt x="699262" y="1012825"/>
                  </a:lnTo>
                  <a:lnTo>
                    <a:pt x="743142" y="1018379"/>
                  </a:lnTo>
                  <a:lnTo>
                    <a:pt x="772413" y="1025016"/>
                  </a:lnTo>
                  <a:lnTo>
                    <a:pt x="779652" y="1027176"/>
                  </a:lnTo>
                </a:path>
                <a:path w="974725" h="1346200">
                  <a:moveTo>
                    <a:pt x="326516" y="1086865"/>
                  </a:moveTo>
                  <a:lnTo>
                    <a:pt x="325247" y="1092327"/>
                  </a:lnTo>
                  <a:lnTo>
                    <a:pt x="325882" y="1090802"/>
                  </a:lnTo>
                  <a:lnTo>
                    <a:pt x="325247" y="1096644"/>
                  </a:lnTo>
                  <a:lnTo>
                    <a:pt x="324871" y="1104429"/>
                  </a:lnTo>
                  <a:lnTo>
                    <a:pt x="324913" y="1112154"/>
                  </a:lnTo>
                  <a:lnTo>
                    <a:pt x="325121" y="1119808"/>
                  </a:lnTo>
                  <a:lnTo>
                    <a:pt x="325247" y="1127378"/>
                  </a:lnTo>
                  <a:lnTo>
                    <a:pt x="325592" y="1138969"/>
                  </a:lnTo>
                  <a:lnTo>
                    <a:pt x="326104" y="1150381"/>
                  </a:lnTo>
                  <a:lnTo>
                    <a:pt x="326568" y="1161722"/>
                  </a:lnTo>
                  <a:lnTo>
                    <a:pt x="326771" y="1173099"/>
                  </a:lnTo>
                  <a:lnTo>
                    <a:pt x="326971" y="1187801"/>
                  </a:lnTo>
                  <a:lnTo>
                    <a:pt x="327136" y="1202515"/>
                  </a:lnTo>
                  <a:lnTo>
                    <a:pt x="327181" y="1217158"/>
                  </a:lnTo>
                  <a:lnTo>
                    <a:pt x="327025" y="1231645"/>
                  </a:lnTo>
                  <a:lnTo>
                    <a:pt x="326987" y="1246981"/>
                  </a:lnTo>
                  <a:lnTo>
                    <a:pt x="328040" y="1292987"/>
                  </a:lnTo>
                  <a:lnTo>
                    <a:pt x="330755" y="1331849"/>
                  </a:lnTo>
                  <a:lnTo>
                    <a:pt x="334254" y="1345614"/>
                  </a:lnTo>
                  <a:lnTo>
                    <a:pt x="335200" y="1337484"/>
                  </a:lnTo>
                  <a:lnTo>
                    <a:pt x="335742" y="1327140"/>
                  </a:lnTo>
                  <a:lnTo>
                    <a:pt x="335914" y="1321307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8348" y="3395268"/>
              <a:ext cx="169443" cy="23751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61282" y="1939163"/>
              <a:ext cx="2626995" cy="1511935"/>
            </a:xfrm>
            <a:custGeom>
              <a:avLst/>
              <a:gdLst/>
              <a:ahLst/>
              <a:cxnLst/>
              <a:rect l="l" t="t" r="r" b="b"/>
              <a:pathLst>
                <a:path w="2626995" h="1511935">
                  <a:moveTo>
                    <a:pt x="0" y="1030224"/>
                  </a:moveTo>
                  <a:lnTo>
                    <a:pt x="51181" y="1016412"/>
                  </a:lnTo>
                  <a:lnTo>
                    <a:pt x="106933" y="1010412"/>
                  </a:lnTo>
                  <a:lnTo>
                    <a:pt x="154497" y="1009897"/>
                  </a:lnTo>
                  <a:lnTo>
                    <a:pt x="202049" y="1009886"/>
                  </a:lnTo>
                  <a:lnTo>
                    <a:pt x="249595" y="1010232"/>
                  </a:lnTo>
                  <a:lnTo>
                    <a:pt x="297139" y="1010783"/>
                  </a:lnTo>
                  <a:lnTo>
                    <a:pt x="344685" y="1011393"/>
                  </a:lnTo>
                  <a:lnTo>
                    <a:pt x="392237" y="1011911"/>
                  </a:lnTo>
                  <a:lnTo>
                    <a:pt x="439800" y="1012189"/>
                  </a:lnTo>
                  <a:lnTo>
                    <a:pt x="489471" y="1012400"/>
                  </a:lnTo>
                  <a:lnTo>
                    <a:pt x="539121" y="1012857"/>
                  </a:lnTo>
                  <a:lnTo>
                    <a:pt x="588752" y="1013524"/>
                  </a:lnTo>
                  <a:lnTo>
                    <a:pt x="638367" y="1014365"/>
                  </a:lnTo>
                  <a:lnTo>
                    <a:pt x="687968" y="1015346"/>
                  </a:lnTo>
                  <a:lnTo>
                    <a:pt x="737558" y="1016430"/>
                  </a:lnTo>
                  <a:lnTo>
                    <a:pt x="787138" y="1017583"/>
                  </a:lnTo>
                  <a:lnTo>
                    <a:pt x="836713" y="1018769"/>
                  </a:lnTo>
                  <a:lnTo>
                    <a:pt x="886284" y="1019953"/>
                  </a:lnTo>
                  <a:lnTo>
                    <a:pt x="935853" y="1021098"/>
                  </a:lnTo>
                  <a:lnTo>
                    <a:pt x="985424" y="1022170"/>
                  </a:lnTo>
                  <a:lnTo>
                    <a:pt x="1034998" y="1023134"/>
                  </a:lnTo>
                  <a:lnTo>
                    <a:pt x="1084578" y="1023953"/>
                  </a:lnTo>
                  <a:lnTo>
                    <a:pt x="1134167" y="1024592"/>
                  </a:lnTo>
                  <a:lnTo>
                    <a:pt x="1183766" y="1025016"/>
                  </a:lnTo>
                  <a:lnTo>
                    <a:pt x="1236193" y="1024832"/>
                  </a:lnTo>
                  <a:lnTo>
                    <a:pt x="1288524" y="1023756"/>
                  </a:lnTo>
                  <a:lnTo>
                    <a:pt x="1340779" y="1022005"/>
                  </a:lnTo>
                  <a:lnTo>
                    <a:pt x="1392983" y="1019794"/>
                  </a:lnTo>
                  <a:lnTo>
                    <a:pt x="1445157" y="1017338"/>
                  </a:lnTo>
                  <a:lnTo>
                    <a:pt x="1497324" y="1014855"/>
                  </a:lnTo>
                  <a:lnTo>
                    <a:pt x="1549505" y="1012558"/>
                  </a:lnTo>
                  <a:lnTo>
                    <a:pt x="1601724" y="1010665"/>
                  </a:lnTo>
                  <a:lnTo>
                    <a:pt x="1650806" y="1009249"/>
                  </a:lnTo>
                  <a:lnTo>
                    <a:pt x="1699840" y="1008115"/>
                  </a:lnTo>
                  <a:lnTo>
                    <a:pt x="1748837" y="1007248"/>
                  </a:lnTo>
                  <a:lnTo>
                    <a:pt x="1797809" y="1006632"/>
                  </a:lnTo>
                  <a:lnTo>
                    <a:pt x="1846770" y="1006252"/>
                  </a:lnTo>
                  <a:lnTo>
                    <a:pt x="1895731" y="1006094"/>
                  </a:lnTo>
                  <a:lnTo>
                    <a:pt x="1944703" y="1006140"/>
                  </a:lnTo>
                  <a:lnTo>
                    <a:pt x="1993700" y="1006378"/>
                  </a:lnTo>
                  <a:lnTo>
                    <a:pt x="2042734" y="1006791"/>
                  </a:lnTo>
                  <a:lnTo>
                    <a:pt x="2091816" y="1007363"/>
                  </a:lnTo>
                  <a:lnTo>
                    <a:pt x="2146118" y="1007556"/>
                  </a:lnTo>
                  <a:lnTo>
                    <a:pt x="2200519" y="1006917"/>
                  </a:lnTo>
                  <a:lnTo>
                    <a:pt x="2254948" y="1006284"/>
                  </a:lnTo>
                  <a:lnTo>
                    <a:pt x="2309335" y="1006498"/>
                  </a:lnTo>
                  <a:lnTo>
                    <a:pt x="2363608" y="1008398"/>
                  </a:lnTo>
                  <a:lnTo>
                    <a:pt x="2417699" y="1012825"/>
                  </a:lnTo>
                  <a:lnTo>
                    <a:pt x="2421636" y="1013078"/>
                  </a:lnTo>
                  <a:lnTo>
                    <a:pt x="2422779" y="1013460"/>
                  </a:lnTo>
                  <a:lnTo>
                    <a:pt x="2424938" y="1014984"/>
                  </a:lnTo>
                  <a:lnTo>
                    <a:pt x="2422667" y="1043814"/>
                  </a:lnTo>
                  <a:lnTo>
                    <a:pt x="2420778" y="1072753"/>
                  </a:lnTo>
                  <a:lnTo>
                    <a:pt x="2419223" y="1101762"/>
                  </a:lnTo>
                  <a:lnTo>
                    <a:pt x="2417953" y="1130808"/>
                  </a:lnTo>
                  <a:lnTo>
                    <a:pt x="2417397" y="1184613"/>
                  </a:lnTo>
                  <a:lnTo>
                    <a:pt x="2419237" y="1237644"/>
                  </a:lnTo>
                  <a:lnTo>
                    <a:pt x="2423247" y="1290315"/>
                  </a:lnTo>
                  <a:lnTo>
                    <a:pt x="2429202" y="1343042"/>
                  </a:lnTo>
                  <a:lnTo>
                    <a:pt x="2436876" y="1396238"/>
                  </a:lnTo>
                  <a:lnTo>
                    <a:pt x="2383745" y="1397704"/>
                  </a:lnTo>
                  <a:lnTo>
                    <a:pt x="2330468" y="1398304"/>
                  </a:lnTo>
                  <a:lnTo>
                    <a:pt x="2277112" y="1398514"/>
                  </a:lnTo>
                  <a:lnTo>
                    <a:pt x="2223743" y="1398810"/>
                  </a:lnTo>
                  <a:lnTo>
                    <a:pt x="2170429" y="1399666"/>
                  </a:lnTo>
                  <a:lnTo>
                    <a:pt x="2119306" y="1400839"/>
                  </a:lnTo>
                  <a:lnTo>
                    <a:pt x="2068193" y="1402158"/>
                  </a:lnTo>
                  <a:lnTo>
                    <a:pt x="2017091" y="1403599"/>
                  </a:lnTo>
                  <a:lnTo>
                    <a:pt x="1965995" y="1405140"/>
                  </a:lnTo>
                  <a:lnTo>
                    <a:pt x="1914905" y="1406755"/>
                  </a:lnTo>
                  <a:lnTo>
                    <a:pt x="1863819" y="1408422"/>
                  </a:lnTo>
                  <a:lnTo>
                    <a:pt x="1812734" y="1410118"/>
                  </a:lnTo>
                  <a:lnTo>
                    <a:pt x="1761648" y="1411819"/>
                  </a:lnTo>
                  <a:lnTo>
                    <a:pt x="1710559" y="1413501"/>
                  </a:lnTo>
                  <a:lnTo>
                    <a:pt x="1659466" y="1415142"/>
                  </a:lnTo>
                  <a:lnTo>
                    <a:pt x="1608366" y="1416717"/>
                  </a:lnTo>
                  <a:lnTo>
                    <a:pt x="1557257" y="1418202"/>
                  </a:lnTo>
                  <a:lnTo>
                    <a:pt x="1506138" y="1419576"/>
                  </a:lnTo>
                  <a:lnTo>
                    <a:pt x="1455005" y="1420813"/>
                  </a:lnTo>
                  <a:lnTo>
                    <a:pt x="1403857" y="1421891"/>
                  </a:lnTo>
                  <a:lnTo>
                    <a:pt x="1353737" y="1422530"/>
                  </a:lnTo>
                  <a:lnTo>
                    <a:pt x="1303640" y="1422669"/>
                  </a:lnTo>
                  <a:lnTo>
                    <a:pt x="1253565" y="1422409"/>
                  </a:lnTo>
                  <a:lnTo>
                    <a:pt x="1203508" y="1421849"/>
                  </a:lnTo>
                  <a:lnTo>
                    <a:pt x="1153467" y="1421088"/>
                  </a:lnTo>
                  <a:lnTo>
                    <a:pt x="1103439" y="1420225"/>
                  </a:lnTo>
                  <a:lnTo>
                    <a:pt x="1053422" y="1419359"/>
                  </a:lnTo>
                  <a:lnTo>
                    <a:pt x="1003412" y="1418589"/>
                  </a:lnTo>
                  <a:lnTo>
                    <a:pt x="953408" y="1418016"/>
                  </a:lnTo>
                  <a:lnTo>
                    <a:pt x="903407" y="1417738"/>
                  </a:lnTo>
                  <a:lnTo>
                    <a:pt x="853406" y="1417853"/>
                  </a:lnTo>
                  <a:lnTo>
                    <a:pt x="803401" y="1418463"/>
                  </a:lnTo>
                  <a:lnTo>
                    <a:pt x="752131" y="1419458"/>
                  </a:lnTo>
                  <a:lnTo>
                    <a:pt x="700761" y="1420394"/>
                  </a:lnTo>
                  <a:lnTo>
                    <a:pt x="649311" y="1421243"/>
                  </a:lnTo>
                  <a:lnTo>
                    <a:pt x="597803" y="1421976"/>
                  </a:lnTo>
                  <a:lnTo>
                    <a:pt x="546257" y="1422567"/>
                  </a:lnTo>
                  <a:lnTo>
                    <a:pt x="494696" y="1422987"/>
                  </a:lnTo>
                  <a:lnTo>
                    <a:pt x="443140" y="1423208"/>
                  </a:lnTo>
                  <a:lnTo>
                    <a:pt x="391611" y="1423204"/>
                  </a:lnTo>
                  <a:lnTo>
                    <a:pt x="340129" y="1422945"/>
                  </a:lnTo>
                  <a:lnTo>
                    <a:pt x="288716" y="1422405"/>
                  </a:lnTo>
                  <a:lnTo>
                    <a:pt x="237393" y="1421555"/>
                  </a:lnTo>
                  <a:lnTo>
                    <a:pt x="186181" y="1420367"/>
                  </a:lnTo>
                  <a:lnTo>
                    <a:pt x="158896" y="1421145"/>
                  </a:lnTo>
                  <a:lnTo>
                    <a:pt x="117728" y="1422590"/>
                  </a:lnTo>
                  <a:lnTo>
                    <a:pt x="78561" y="1421939"/>
                  </a:lnTo>
                  <a:lnTo>
                    <a:pt x="57276" y="1416431"/>
                  </a:lnTo>
                  <a:lnTo>
                    <a:pt x="53558" y="1406316"/>
                  </a:lnTo>
                  <a:lnTo>
                    <a:pt x="53721" y="1393618"/>
                  </a:lnTo>
                  <a:lnTo>
                    <a:pt x="54740" y="1380801"/>
                  </a:lnTo>
                  <a:lnTo>
                    <a:pt x="53593" y="1370329"/>
                  </a:lnTo>
                </a:path>
                <a:path w="2626995" h="1511935">
                  <a:moveTo>
                    <a:pt x="780541" y="13335"/>
                  </a:moveTo>
                  <a:lnTo>
                    <a:pt x="780541" y="11811"/>
                  </a:lnTo>
                  <a:lnTo>
                    <a:pt x="780541" y="10287"/>
                  </a:lnTo>
                  <a:lnTo>
                    <a:pt x="780541" y="8762"/>
                  </a:lnTo>
                  <a:lnTo>
                    <a:pt x="780922" y="14859"/>
                  </a:lnTo>
                  <a:lnTo>
                    <a:pt x="780922" y="20954"/>
                  </a:lnTo>
                  <a:lnTo>
                    <a:pt x="780922" y="27050"/>
                  </a:lnTo>
                  <a:lnTo>
                    <a:pt x="780922" y="33782"/>
                  </a:lnTo>
                  <a:lnTo>
                    <a:pt x="781430" y="40512"/>
                  </a:lnTo>
                  <a:lnTo>
                    <a:pt x="782701" y="46862"/>
                  </a:lnTo>
                  <a:lnTo>
                    <a:pt x="783970" y="52704"/>
                  </a:lnTo>
                  <a:lnTo>
                    <a:pt x="785113" y="58547"/>
                  </a:lnTo>
                  <a:lnTo>
                    <a:pt x="786638" y="64008"/>
                  </a:lnTo>
                </a:path>
                <a:path w="2626995" h="1511935">
                  <a:moveTo>
                    <a:pt x="783589" y="66421"/>
                  </a:moveTo>
                  <a:lnTo>
                    <a:pt x="794773" y="65938"/>
                  </a:lnTo>
                  <a:lnTo>
                    <a:pt x="805910" y="65611"/>
                  </a:lnTo>
                  <a:lnTo>
                    <a:pt x="817094" y="65688"/>
                  </a:lnTo>
                  <a:lnTo>
                    <a:pt x="828420" y="66421"/>
                  </a:lnTo>
                  <a:lnTo>
                    <a:pt x="845893" y="68056"/>
                  </a:lnTo>
                  <a:lnTo>
                    <a:pt x="863234" y="70167"/>
                  </a:lnTo>
                  <a:lnTo>
                    <a:pt x="880695" y="71993"/>
                  </a:lnTo>
                  <a:lnTo>
                    <a:pt x="898525" y="72771"/>
                  </a:lnTo>
                  <a:lnTo>
                    <a:pt x="910627" y="72272"/>
                  </a:lnTo>
                  <a:lnTo>
                    <a:pt x="922766" y="71358"/>
                  </a:lnTo>
                  <a:lnTo>
                    <a:pt x="934975" y="70324"/>
                  </a:lnTo>
                  <a:lnTo>
                    <a:pt x="947292" y="69469"/>
                  </a:lnTo>
                  <a:lnTo>
                    <a:pt x="957105" y="69052"/>
                  </a:lnTo>
                  <a:lnTo>
                    <a:pt x="966930" y="68706"/>
                  </a:lnTo>
                  <a:lnTo>
                    <a:pt x="976778" y="68361"/>
                  </a:lnTo>
                  <a:lnTo>
                    <a:pt x="986663" y="67945"/>
                  </a:lnTo>
                  <a:lnTo>
                    <a:pt x="1007540" y="67014"/>
                  </a:lnTo>
                  <a:lnTo>
                    <a:pt x="1028334" y="65928"/>
                  </a:lnTo>
                  <a:lnTo>
                    <a:pt x="1049152" y="64390"/>
                  </a:lnTo>
                  <a:lnTo>
                    <a:pt x="1070102" y="62102"/>
                  </a:lnTo>
                  <a:lnTo>
                    <a:pt x="1107884" y="58249"/>
                  </a:lnTo>
                  <a:lnTo>
                    <a:pt x="1145762" y="56038"/>
                  </a:lnTo>
                  <a:lnTo>
                    <a:pt x="1183687" y="55209"/>
                  </a:lnTo>
                  <a:lnTo>
                    <a:pt x="1221613" y="55499"/>
                  </a:lnTo>
                  <a:lnTo>
                    <a:pt x="1253097" y="56302"/>
                  </a:lnTo>
                  <a:lnTo>
                    <a:pt x="1284509" y="57737"/>
                  </a:lnTo>
                  <a:lnTo>
                    <a:pt x="1315874" y="59481"/>
                  </a:lnTo>
                  <a:lnTo>
                    <a:pt x="1347215" y="61213"/>
                  </a:lnTo>
                  <a:lnTo>
                    <a:pt x="1360455" y="61678"/>
                  </a:lnTo>
                  <a:lnTo>
                    <a:pt x="1373695" y="61785"/>
                  </a:lnTo>
                  <a:lnTo>
                    <a:pt x="1386935" y="61606"/>
                  </a:lnTo>
                  <a:lnTo>
                    <a:pt x="1400175" y="61213"/>
                  </a:lnTo>
                  <a:lnTo>
                    <a:pt x="1407533" y="61325"/>
                  </a:lnTo>
                  <a:lnTo>
                    <a:pt x="1431411" y="26392"/>
                  </a:lnTo>
                  <a:lnTo>
                    <a:pt x="1432559" y="17399"/>
                  </a:lnTo>
                  <a:lnTo>
                    <a:pt x="1434083" y="11811"/>
                  </a:lnTo>
                  <a:lnTo>
                    <a:pt x="1434338" y="5207"/>
                  </a:lnTo>
                  <a:lnTo>
                    <a:pt x="1435607" y="0"/>
                  </a:lnTo>
                </a:path>
                <a:path w="2626995" h="1511935">
                  <a:moveTo>
                    <a:pt x="1223771" y="59436"/>
                  </a:moveTo>
                  <a:lnTo>
                    <a:pt x="1230121" y="64008"/>
                  </a:lnTo>
                  <a:lnTo>
                    <a:pt x="1228343" y="63373"/>
                  </a:lnTo>
                  <a:lnTo>
                    <a:pt x="1234693" y="67690"/>
                  </a:lnTo>
                  <a:lnTo>
                    <a:pt x="1270355" y="89205"/>
                  </a:lnTo>
                  <a:lnTo>
                    <a:pt x="1308052" y="108077"/>
                  </a:lnTo>
                  <a:lnTo>
                    <a:pt x="1346725" y="124948"/>
                  </a:lnTo>
                  <a:lnTo>
                    <a:pt x="1385315" y="140462"/>
                  </a:lnTo>
                  <a:lnTo>
                    <a:pt x="1436651" y="160867"/>
                  </a:lnTo>
                  <a:lnTo>
                    <a:pt x="1487392" y="183403"/>
                  </a:lnTo>
                  <a:lnTo>
                    <a:pt x="1536084" y="209774"/>
                  </a:lnTo>
                  <a:lnTo>
                    <a:pt x="1581277" y="241681"/>
                  </a:lnTo>
                  <a:lnTo>
                    <a:pt x="1616469" y="277054"/>
                  </a:lnTo>
                  <a:lnTo>
                    <a:pt x="1643078" y="318547"/>
                  </a:lnTo>
                  <a:lnTo>
                    <a:pt x="1660661" y="364660"/>
                  </a:lnTo>
                  <a:lnTo>
                    <a:pt x="1668779" y="413892"/>
                  </a:lnTo>
                  <a:lnTo>
                    <a:pt x="1669006" y="432224"/>
                  </a:lnTo>
                  <a:lnTo>
                    <a:pt x="1667446" y="450246"/>
                  </a:lnTo>
                  <a:lnTo>
                    <a:pt x="1633271" y="530538"/>
                  </a:lnTo>
                  <a:lnTo>
                    <a:pt x="1594262" y="567404"/>
                  </a:lnTo>
                  <a:lnTo>
                    <a:pt x="1549205" y="598316"/>
                  </a:lnTo>
                  <a:lnTo>
                    <a:pt x="1505077" y="625728"/>
                  </a:lnTo>
                  <a:lnTo>
                    <a:pt x="1461441" y="653878"/>
                  </a:lnTo>
                  <a:lnTo>
                    <a:pt x="1418463" y="682817"/>
                  </a:lnTo>
                  <a:lnTo>
                    <a:pt x="1376394" y="712914"/>
                  </a:lnTo>
                  <a:lnTo>
                    <a:pt x="1335489" y="744535"/>
                  </a:lnTo>
                  <a:lnTo>
                    <a:pt x="1296003" y="778046"/>
                  </a:lnTo>
                  <a:lnTo>
                    <a:pt x="1258189" y="813815"/>
                  </a:lnTo>
                  <a:lnTo>
                    <a:pt x="1208595" y="865949"/>
                  </a:lnTo>
                  <a:lnTo>
                    <a:pt x="1163954" y="922274"/>
                  </a:lnTo>
                  <a:lnTo>
                    <a:pt x="1162942" y="924270"/>
                  </a:lnTo>
                  <a:lnTo>
                    <a:pt x="1164526" y="922623"/>
                  </a:lnTo>
                  <a:lnTo>
                    <a:pt x="1166205" y="921023"/>
                  </a:lnTo>
                  <a:lnTo>
                    <a:pt x="1165478" y="923163"/>
                  </a:lnTo>
                </a:path>
                <a:path w="2626995" h="1511935">
                  <a:moveTo>
                    <a:pt x="910970" y="943610"/>
                  </a:moveTo>
                  <a:lnTo>
                    <a:pt x="912681" y="934489"/>
                  </a:lnTo>
                  <a:lnTo>
                    <a:pt x="914082" y="926655"/>
                  </a:lnTo>
                  <a:lnTo>
                    <a:pt x="917293" y="919392"/>
                  </a:lnTo>
                  <a:lnTo>
                    <a:pt x="954097" y="897306"/>
                  </a:lnTo>
                  <a:lnTo>
                    <a:pt x="1003145" y="882697"/>
                  </a:lnTo>
                  <a:lnTo>
                    <a:pt x="1042860" y="872585"/>
                  </a:lnTo>
                  <a:lnTo>
                    <a:pt x="1082861" y="864235"/>
                  </a:lnTo>
                  <a:lnTo>
                    <a:pt x="1122552" y="858265"/>
                  </a:lnTo>
                  <a:lnTo>
                    <a:pt x="1161827" y="856837"/>
                  </a:lnTo>
                  <a:lnTo>
                    <a:pt x="1181417" y="858266"/>
                  </a:lnTo>
                  <a:lnTo>
                    <a:pt x="1233628" y="870376"/>
                  </a:lnTo>
                  <a:lnTo>
                    <a:pt x="1290012" y="906123"/>
                  </a:lnTo>
                  <a:lnTo>
                    <a:pt x="1312114" y="939909"/>
                  </a:lnTo>
                  <a:lnTo>
                    <a:pt x="1314656" y="946070"/>
                  </a:lnTo>
                  <a:lnTo>
                    <a:pt x="1317317" y="952208"/>
                  </a:lnTo>
                  <a:lnTo>
                    <a:pt x="1320418" y="958214"/>
                  </a:lnTo>
                  <a:lnTo>
                    <a:pt x="1327832" y="970825"/>
                  </a:lnTo>
                  <a:lnTo>
                    <a:pt x="1334769" y="983091"/>
                  </a:lnTo>
                  <a:lnTo>
                    <a:pt x="1340850" y="995808"/>
                  </a:lnTo>
                  <a:lnTo>
                    <a:pt x="1345691" y="1009776"/>
                  </a:lnTo>
                  <a:lnTo>
                    <a:pt x="1352577" y="1046495"/>
                  </a:lnTo>
                  <a:lnTo>
                    <a:pt x="1354677" y="1084643"/>
                  </a:lnTo>
                  <a:lnTo>
                    <a:pt x="1353585" y="1123076"/>
                  </a:lnTo>
                  <a:lnTo>
                    <a:pt x="1350899" y="1160652"/>
                  </a:lnTo>
                  <a:lnTo>
                    <a:pt x="1348406" y="1201394"/>
                  </a:lnTo>
                  <a:lnTo>
                    <a:pt x="1345438" y="1243409"/>
                  </a:lnTo>
                  <a:lnTo>
                    <a:pt x="1339611" y="1284972"/>
                  </a:lnTo>
                  <a:lnTo>
                    <a:pt x="1328546" y="1324356"/>
                  </a:lnTo>
                  <a:lnTo>
                    <a:pt x="1307274" y="1360963"/>
                  </a:lnTo>
                  <a:lnTo>
                    <a:pt x="1274952" y="1388999"/>
                  </a:lnTo>
                  <a:lnTo>
                    <a:pt x="1232280" y="1405382"/>
                  </a:lnTo>
                  <a:lnTo>
                    <a:pt x="1195028" y="1413474"/>
                  </a:lnTo>
                  <a:lnTo>
                    <a:pt x="1156096" y="1418399"/>
                  </a:lnTo>
                  <a:lnTo>
                    <a:pt x="1116998" y="1419419"/>
                  </a:lnTo>
                  <a:lnTo>
                    <a:pt x="1079245" y="1415796"/>
                  </a:lnTo>
                  <a:lnTo>
                    <a:pt x="1007998" y="1393491"/>
                  </a:lnTo>
                  <a:lnTo>
                    <a:pt x="973625" y="1375880"/>
                  </a:lnTo>
                  <a:lnTo>
                    <a:pt x="914005" y="1324530"/>
                  </a:lnTo>
                  <a:lnTo>
                    <a:pt x="890889" y="1287303"/>
                  </a:lnTo>
                  <a:lnTo>
                    <a:pt x="872797" y="1246885"/>
                  </a:lnTo>
                  <a:lnTo>
                    <a:pt x="858265" y="1206373"/>
                  </a:lnTo>
                  <a:lnTo>
                    <a:pt x="846723" y="1162833"/>
                  </a:lnTo>
                  <a:lnTo>
                    <a:pt x="839472" y="1114453"/>
                  </a:lnTo>
                  <a:lnTo>
                    <a:pt x="837115" y="1064348"/>
                  </a:lnTo>
                  <a:lnTo>
                    <a:pt x="840258" y="1015633"/>
                  </a:lnTo>
                  <a:lnTo>
                    <a:pt x="849502" y="971423"/>
                  </a:lnTo>
                  <a:lnTo>
                    <a:pt x="852332" y="963511"/>
                  </a:lnTo>
                  <a:lnTo>
                    <a:pt x="855662" y="955754"/>
                  </a:lnTo>
                  <a:lnTo>
                    <a:pt x="859182" y="948116"/>
                  </a:lnTo>
                  <a:lnTo>
                    <a:pt x="862583" y="940562"/>
                  </a:lnTo>
                </a:path>
                <a:path w="2626995" h="1511935">
                  <a:moveTo>
                    <a:pt x="1701418" y="21971"/>
                  </a:moveTo>
                  <a:lnTo>
                    <a:pt x="1702307" y="17907"/>
                  </a:lnTo>
                  <a:lnTo>
                    <a:pt x="1702562" y="16383"/>
                  </a:lnTo>
                  <a:lnTo>
                    <a:pt x="1701418" y="13715"/>
                  </a:lnTo>
                  <a:lnTo>
                    <a:pt x="1704086" y="19812"/>
                  </a:lnTo>
                  <a:lnTo>
                    <a:pt x="1705355" y="25019"/>
                  </a:lnTo>
                  <a:lnTo>
                    <a:pt x="1706499" y="31623"/>
                  </a:lnTo>
                  <a:lnTo>
                    <a:pt x="1708219" y="40064"/>
                  </a:lnTo>
                  <a:lnTo>
                    <a:pt x="1709594" y="48482"/>
                  </a:lnTo>
                  <a:lnTo>
                    <a:pt x="1710660" y="56947"/>
                  </a:lnTo>
                  <a:lnTo>
                    <a:pt x="1711452" y="65532"/>
                  </a:lnTo>
                  <a:lnTo>
                    <a:pt x="1711705" y="72516"/>
                  </a:lnTo>
                  <a:lnTo>
                    <a:pt x="1713611" y="82296"/>
                  </a:lnTo>
                  <a:lnTo>
                    <a:pt x="1708403" y="81661"/>
                  </a:lnTo>
                </a:path>
                <a:path w="2626995" h="1511935">
                  <a:moveTo>
                    <a:pt x="1701418" y="72771"/>
                  </a:moveTo>
                  <a:lnTo>
                    <a:pt x="1708403" y="72516"/>
                  </a:lnTo>
                  <a:lnTo>
                    <a:pt x="1715642" y="74295"/>
                  </a:lnTo>
                  <a:lnTo>
                    <a:pt x="1722754" y="73787"/>
                  </a:lnTo>
                  <a:lnTo>
                    <a:pt x="1744412" y="71139"/>
                  </a:lnTo>
                  <a:lnTo>
                    <a:pt x="1765998" y="67849"/>
                  </a:lnTo>
                  <a:lnTo>
                    <a:pt x="1787584" y="64607"/>
                  </a:lnTo>
                  <a:lnTo>
                    <a:pt x="1809241" y="62102"/>
                  </a:lnTo>
                  <a:lnTo>
                    <a:pt x="1858619" y="60388"/>
                  </a:lnTo>
                  <a:lnTo>
                    <a:pt x="1907936" y="60769"/>
                  </a:lnTo>
                  <a:lnTo>
                    <a:pt x="1957278" y="60674"/>
                  </a:lnTo>
                  <a:lnTo>
                    <a:pt x="2006727" y="57531"/>
                  </a:lnTo>
                  <a:lnTo>
                    <a:pt x="2053115" y="52837"/>
                  </a:lnTo>
                  <a:lnTo>
                    <a:pt x="2099187" y="49027"/>
                  </a:lnTo>
                  <a:lnTo>
                    <a:pt x="2145203" y="46192"/>
                  </a:lnTo>
                  <a:lnTo>
                    <a:pt x="2191427" y="44424"/>
                  </a:lnTo>
                  <a:lnTo>
                    <a:pt x="2238120" y="43814"/>
                  </a:lnTo>
                  <a:lnTo>
                    <a:pt x="2287649" y="44019"/>
                  </a:lnTo>
                  <a:lnTo>
                    <a:pt x="2337171" y="44435"/>
                  </a:lnTo>
                  <a:lnTo>
                    <a:pt x="2386679" y="44767"/>
                  </a:lnTo>
                  <a:lnTo>
                    <a:pt x="2436165" y="44718"/>
                  </a:lnTo>
                  <a:lnTo>
                    <a:pt x="2485624" y="43991"/>
                  </a:lnTo>
                  <a:lnTo>
                    <a:pt x="2535046" y="42290"/>
                  </a:lnTo>
                  <a:lnTo>
                    <a:pt x="2553071" y="43310"/>
                  </a:lnTo>
                  <a:lnTo>
                    <a:pt x="2577226" y="45497"/>
                  </a:lnTo>
                  <a:lnTo>
                    <a:pt x="2600930" y="46398"/>
                  </a:lnTo>
                  <a:lnTo>
                    <a:pt x="2617596" y="43561"/>
                  </a:lnTo>
                  <a:lnTo>
                    <a:pt x="2625470" y="39242"/>
                  </a:lnTo>
                  <a:lnTo>
                    <a:pt x="2622804" y="40512"/>
                  </a:lnTo>
                  <a:lnTo>
                    <a:pt x="2625216" y="32258"/>
                  </a:lnTo>
                  <a:lnTo>
                    <a:pt x="2626760" y="23997"/>
                  </a:lnTo>
                  <a:lnTo>
                    <a:pt x="2626042" y="17700"/>
                  </a:lnTo>
                  <a:lnTo>
                    <a:pt x="2623323" y="11666"/>
                  </a:lnTo>
                  <a:lnTo>
                    <a:pt x="2618866" y="4190"/>
                  </a:lnTo>
                </a:path>
                <a:path w="2626995" h="1511935">
                  <a:moveTo>
                    <a:pt x="2264282" y="64008"/>
                  </a:moveTo>
                  <a:lnTo>
                    <a:pt x="2257297" y="68834"/>
                  </a:lnTo>
                  <a:lnTo>
                    <a:pt x="2252471" y="67310"/>
                  </a:lnTo>
                  <a:lnTo>
                    <a:pt x="2244852" y="76200"/>
                  </a:lnTo>
                  <a:lnTo>
                    <a:pt x="2241262" y="81782"/>
                  </a:lnTo>
                  <a:lnTo>
                    <a:pt x="2238136" y="87804"/>
                  </a:lnTo>
                  <a:lnTo>
                    <a:pt x="2235225" y="93898"/>
                  </a:lnTo>
                  <a:lnTo>
                    <a:pt x="2232279" y="99695"/>
                  </a:lnTo>
                  <a:lnTo>
                    <a:pt x="2226427" y="110533"/>
                  </a:lnTo>
                  <a:lnTo>
                    <a:pt x="2220706" y="121634"/>
                  </a:lnTo>
                  <a:lnTo>
                    <a:pt x="2215151" y="132877"/>
                  </a:lnTo>
                  <a:lnTo>
                    <a:pt x="2209800" y="144145"/>
                  </a:lnTo>
                  <a:lnTo>
                    <a:pt x="2201951" y="160196"/>
                  </a:lnTo>
                  <a:lnTo>
                    <a:pt x="2179574" y="209041"/>
                  </a:lnTo>
                  <a:lnTo>
                    <a:pt x="2164304" y="248296"/>
                  </a:lnTo>
                  <a:lnTo>
                    <a:pt x="2147827" y="298592"/>
                  </a:lnTo>
                  <a:lnTo>
                    <a:pt x="2138553" y="336550"/>
                  </a:lnTo>
                  <a:lnTo>
                    <a:pt x="2131754" y="375078"/>
                  </a:lnTo>
                  <a:lnTo>
                    <a:pt x="2127504" y="413892"/>
                  </a:lnTo>
                  <a:lnTo>
                    <a:pt x="2126583" y="444690"/>
                  </a:lnTo>
                  <a:lnTo>
                    <a:pt x="2126896" y="460113"/>
                  </a:lnTo>
                  <a:lnTo>
                    <a:pt x="2127757" y="475488"/>
                  </a:lnTo>
                  <a:lnTo>
                    <a:pt x="2134473" y="523111"/>
                  </a:lnTo>
                  <a:lnTo>
                    <a:pt x="2144807" y="569960"/>
                  </a:lnTo>
                  <a:lnTo>
                    <a:pt x="2155761" y="616594"/>
                  </a:lnTo>
                  <a:lnTo>
                    <a:pt x="2164333" y="663575"/>
                  </a:lnTo>
                  <a:lnTo>
                    <a:pt x="2157491" y="724773"/>
                  </a:lnTo>
                  <a:lnTo>
                    <a:pt x="2127504" y="779399"/>
                  </a:lnTo>
                  <a:lnTo>
                    <a:pt x="2099036" y="817243"/>
                  </a:lnTo>
                  <a:lnTo>
                    <a:pt x="2088768" y="829310"/>
                  </a:lnTo>
                  <a:lnTo>
                    <a:pt x="2082623" y="836604"/>
                  </a:lnTo>
                  <a:lnTo>
                    <a:pt x="2073513" y="846994"/>
                  </a:lnTo>
                  <a:lnTo>
                    <a:pt x="2063712" y="856384"/>
                  </a:lnTo>
                  <a:lnTo>
                    <a:pt x="2055494" y="860678"/>
                  </a:lnTo>
                  <a:lnTo>
                    <a:pt x="2044827" y="861695"/>
                  </a:lnTo>
                  <a:lnTo>
                    <a:pt x="2052192" y="851535"/>
                  </a:lnTo>
                  <a:lnTo>
                    <a:pt x="2048509" y="850011"/>
                  </a:lnTo>
                </a:path>
                <a:path w="2626995" h="1511935">
                  <a:moveTo>
                    <a:pt x="1504188" y="915542"/>
                  </a:moveTo>
                  <a:lnTo>
                    <a:pt x="1505330" y="914400"/>
                  </a:lnTo>
                  <a:lnTo>
                    <a:pt x="1499234" y="905256"/>
                  </a:lnTo>
                  <a:lnTo>
                    <a:pt x="1509014" y="899160"/>
                  </a:lnTo>
                  <a:lnTo>
                    <a:pt x="1534189" y="887837"/>
                  </a:lnTo>
                  <a:lnTo>
                    <a:pt x="1563449" y="880395"/>
                  </a:lnTo>
                  <a:lnTo>
                    <a:pt x="1593399" y="874621"/>
                  </a:lnTo>
                  <a:lnTo>
                    <a:pt x="1620646" y="868299"/>
                  </a:lnTo>
                  <a:lnTo>
                    <a:pt x="1664333" y="856539"/>
                  </a:lnTo>
                  <a:lnTo>
                    <a:pt x="1708007" y="846804"/>
                  </a:lnTo>
                  <a:lnTo>
                    <a:pt x="1752038" y="838545"/>
                  </a:lnTo>
                  <a:lnTo>
                    <a:pt x="1796795" y="831214"/>
                  </a:lnTo>
                  <a:lnTo>
                    <a:pt x="1853691" y="822334"/>
                  </a:lnTo>
                  <a:lnTo>
                    <a:pt x="1908778" y="815324"/>
                  </a:lnTo>
                  <a:lnTo>
                    <a:pt x="1964102" y="812194"/>
                  </a:lnTo>
                  <a:lnTo>
                    <a:pt x="2021713" y="814959"/>
                  </a:lnTo>
                  <a:lnTo>
                    <a:pt x="2094833" y="827754"/>
                  </a:lnTo>
                  <a:lnTo>
                    <a:pt x="2165857" y="849502"/>
                  </a:lnTo>
                  <a:lnTo>
                    <a:pt x="2223293" y="871172"/>
                  </a:lnTo>
                  <a:lnTo>
                    <a:pt x="2275966" y="902462"/>
                  </a:lnTo>
                  <a:lnTo>
                    <a:pt x="2306953" y="933483"/>
                  </a:lnTo>
                  <a:lnTo>
                    <a:pt x="2337692" y="986377"/>
                  </a:lnTo>
                  <a:lnTo>
                    <a:pt x="2354020" y="1030830"/>
                  </a:lnTo>
                  <a:lnTo>
                    <a:pt x="2364136" y="1077344"/>
                  </a:lnTo>
                  <a:lnTo>
                    <a:pt x="2367602" y="1124387"/>
                  </a:lnTo>
                  <a:lnTo>
                    <a:pt x="2363978" y="1170432"/>
                  </a:lnTo>
                  <a:lnTo>
                    <a:pt x="2354002" y="1213262"/>
                  </a:lnTo>
                  <a:lnTo>
                    <a:pt x="2338085" y="1255712"/>
                  </a:lnTo>
                  <a:lnTo>
                    <a:pt x="2316668" y="1295590"/>
                  </a:lnTo>
                  <a:lnTo>
                    <a:pt x="2290191" y="1330706"/>
                  </a:lnTo>
                  <a:lnTo>
                    <a:pt x="2258038" y="1358816"/>
                  </a:lnTo>
                  <a:lnTo>
                    <a:pt x="2220420" y="1381664"/>
                  </a:lnTo>
                  <a:lnTo>
                    <a:pt x="2180730" y="1401607"/>
                  </a:lnTo>
                  <a:lnTo>
                    <a:pt x="2142363" y="1421002"/>
                  </a:lnTo>
                  <a:lnTo>
                    <a:pt x="2098732" y="1442626"/>
                  </a:lnTo>
                  <a:lnTo>
                    <a:pt x="2053011" y="1461525"/>
                  </a:lnTo>
                  <a:lnTo>
                    <a:pt x="2005852" y="1477320"/>
                  </a:lnTo>
                  <a:lnTo>
                    <a:pt x="1957906" y="1489635"/>
                  </a:lnTo>
                  <a:lnTo>
                    <a:pt x="1909826" y="1498091"/>
                  </a:lnTo>
                  <a:lnTo>
                    <a:pt x="1864703" y="1503932"/>
                  </a:lnTo>
                  <a:lnTo>
                    <a:pt x="1818306" y="1508617"/>
                  </a:lnTo>
                  <a:lnTo>
                    <a:pt x="1771790" y="1511468"/>
                  </a:lnTo>
                  <a:lnTo>
                    <a:pt x="1726311" y="1511808"/>
                  </a:lnTo>
                  <a:lnTo>
                    <a:pt x="1688129" y="1509283"/>
                  </a:lnTo>
                  <a:lnTo>
                    <a:pt x="1649460" y="1503235"/>
                  </a:lnTo>
                  <a:lnTo>
                    <a:pt x="1611814" y="1493091"/>
                  </a:lnTo>
                  <a:lnTo>
                    <a:pt x="1576704" y="1478279"/>
                  </a:lnTo>
                  <a:lnTo>
                    <a:pt x="1537398" y="1454245"/>
                  </a:lnTo>
                  <a:lnTo>
                    <a:pt x="1502664" y="1424304"/>
                  </a:lnTo>
                  <a:lnTo>
                    <a:pt x="1462897" y="1376013"/>
                  </a:lnTo>
                  <a:lnTo>
                    <a:pt x="1437131" y="1320673"/>
                  </a:lnTo>
                  <a:lnTo>
                    <a:pt x="1436530" y="1302311"/>
                  </a:lnTo>
                  <a:lnTo>
                    <a:pt x="1439846" y="1285319"/>
                  </a:lnTo>
                  <a:lnTo>
                    <a:pt x="1444472" y="1268541"/>
                  </a:lnTo>
                  <a:lnTo>
                    <a:pt x="1447800" y="1250823"/>
                  </a:lnTo>
                  <a:lnTo>
                    <a:pt x="1448964" y="1233574"/>
                  </a:lnTo>
                  <a:lnTo>
                    <a:pt x="1448736" y="1215898"/>
                  </a:lnTo>
                  <a:lnTo>
                    <a:pt x="1446960" y="1198316"/>
                  </a:lnTo>
                  <a:lnTo>
                    <a:pt x="1443481" y="1181353"/>
                  </a:lnTo>
                  <a:lnTo>
                    <a:pt x="1434738" y="1159813"/>
                  </a:lnTo>
                  <a:lnTo>
                    <a:pt x="1422590" y="1141618"/>
                  </a:lnTo>
                  <a:lnTo>
                    <a:pt x="1409013" y="1124400"/>
                  </a:lnTo>
                  <a:lnTo>
                    <a:pt x="1395983" y="1105789"/>
                  </a:lnTo>
                  <a:lnTo>
                    <a:pt x="1382825" y="1080210"/>
                  </a:lnTo>
                  <a:lnTo>
                    <a:pt x="1372536" y="1051178"/>
                  </a:lnTo>
                  <a:lnTo>
                    <a:pt x="1366891" y="1021099"/>
                  </a:lnTo>
                  <a:lnTo>
                    <a:pt x="1367663" y="992377"/>
                  </a:lnTo>
                  <a:lnTo>
                    <a:pt x="1385361" y="947622"/>
                  </a:lnTo>
                  <a:lnTo>
                    <a:pt x="1417907" y="914558"/>
                  </a:lnTo>
                  <a:lnTo>
                    <a:pt x="1459620" y="891543"/>
                  </a:lnTo>
                  <a:lnTo>
                    <a:pt x="1504822" y="876935"/>
                  </a:lnTo>
                  <a:lnTo>
                    <a:pt x="1512442" y="875919"/>
                  </a:lnTo>
                  <a:lnTo>
                    <a:pt x="1515999" y="875411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920" y="589229"/>
            <a:ext cx="58362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3/5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76982"/>
            <a:ext cx="73812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expressed</a:t>
            </a:r>
            <a:r>
              <a:rPr sz="1600" spc="-25" dirty="0">
                <a:solidFill>
                  <a:srgbClr val="FF3300"/>
                </a:solidFill>
                <a:latin typeface="Arial"/>
                <a:cs typeface="Arial"/>
              </a:rPr>
              <a:t> in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frame</a:t>
            </a:r>
            <a:r>
              <a:rPr sz="16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3300"/>
                </a:solidFill>
                <a:latin typeface="Arial"/>
                <a:cs typeface="Arial"/>
              </a:rPr>
              <a:t>{</a:t>
            </a:r>
            <a:r>
              <a:rPr sz="1600" i="1" spc="-10" dirty="0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r>
              <a:rPr sz="1600" spc="-10" dirty="0">
                <a:solidFill>
                  <a:srgbClr val="FF3300"/>
                </a:solidFill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4057" y="1764080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6189" y="1593640"/>
            <a:ext cx="4095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96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6777" y="1764080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7386" y="1764080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7151" y="1593640"/>
            <a:ext cx="2127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9949" y="1764080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1684" y="1601336"/>
            <a:ext cx="7715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9090" algn="l"/>
              </a:tabLst>
            </a:pP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35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Symbol"/>
                <a:cs typeface="Symbol"/>
              </a:rPr>
              <a:t>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5170" y="1586781"/>
            <a:ext cx="52959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9725" algn="l"/>
              </a:tabLst>
            </a:pP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050" i="1" spc="-50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532941" y="1477347"/>
            <a:ext cx="429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100" b="0" spc="-2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11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3075" b="0" i="1" spc="-30" baseline="-23035" dirty="0">
                <a:solidFill>
                  <a:srgbClr val="000000"/>
                </a:solidFill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41800" y="1584325"/>
            <a:ext cx="460375" cy="393700"/>
          </a:xfrm>
          <a:custGeom>
            <a:avLst/>
            <a:gdLst/>
            <a:ahLst/>
            <a:cxnLst/>
            <a:rect l="l" t="t" r="r" b="b"/>
            <a:pathLst>
              <a:path w="460375" h="393700">
                <a:moveTo>
                  <a:pt x="0" y="393700"/>
                </a:moveTo>
                <a:lnTo>
                  <a:pt x="460375" y="393700"/>
                </a:lnTo>
                <a:lnTo>
                  <a:pt x="460375" y="0"/>
                </a:lnTo>
                <a:lnTo>
                  <a:pt x="0" y="0"/>
                </a:lnTo>
                <a:lnTo>
                  <a:pt x="0" y="3937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06455" y="3750590"/>
            <a:ext cx="8439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8615" algn="l"/>
                <a:tab pos="78930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2332" y="3579666"/>
            <a:ext cx="411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687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4869" y="3579666"/>
            <a:ext cx="2120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1926" y="3573023"/>
            <a:ext cx="97790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7375" algn="l"/>
              </a:tabLst>
            </a:pP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-114" dirty="0">
                <a:latin typeface="Times New Roman"/>
                <a:cs typeface="Times New Roman"/>
              </a:rPr>
              <a:t> </a:t>
            </a:r>
            <a:r>
              <a:rPr sz="2050" i="1" spc="-50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008498" y="3643248"/>
            <a:ext cx="45720" cy="29209"/>
          </a:xfrm>
          <a:custGeom>
            <a:avLst/>
            <a:gdLst/>
            <a:ahLst/>
            <a:cxnLst/>
            <a:rect l="l" t="t" r="r" b="b"/>
            <a:pathLst>
              <a:path w="45720" h="29210">
                <a:moveTo>
                  <a:pt x="45720" y="0"/>
                </a:moveTo>
                <a:lnTo>
                  <a:pt x="38988" y="3428"/>
                </a:lnTo>
                <a:lnTo>
                  <a:pt x="32892" y="6476"/>
                </a:lnTo>
                <a:lnTo>
                  <a:pt x="26542" y="10668"/>
                </a:lnTo>
                <a:lnTo>
                  <a:pt x="19645" y="15222"/>
                </a:lnTo>
                <a:lnTo>
                  <a:pt x="13271" y="19954"/>
                </a:lnTo>
                <a:lnTo>
                  <a:pt x="6897" y="24616"/>
                </a:lnTo>
                <a:lnTo>
                  <a:pt x="0" y="28956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6198" y="4517371"/>
            <a:ext cx="179857" cy="23009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546904" y="3848216"/>
            <a:ext cx="736600" cy="1050290"/>
            <a:chOff x="4546904" y="3848216"/>
            <a:chExt cx="736600" cy="1050290"/>
          </a:xfrm>
        </p:grpSpPr>
        <p:sp>
          <p:nvSpPr>
            <p:cNvPr id="22" name="object 22"/>
            <p:cNvSpPr/>
            <p:nvPr/>
          </p:nvSpPr>
          <p:spPr>
            <a:xfrm>
              <a:off x="4556505" y="3857817"/>
              <a:ext cx="716915" cy="1031240"/>
            </a:xfrm>
            <a:custGeom>
              <a:avLst/>
              <a:gdLst/>
              <a:ahLst/>
              <a:cxnLst/>
              <a:rect l="l" t="t" r="r" b="b"/>
              <a:pathLst>
                <a:path w="716914" h="1031239">
                  <a:moveTo>
                    <a:pt x="141351" y="103947"/>
                  </a:moveTo>
                  <a:lnTo>
                    <a:pt x="142621" y="110043"/>
                  </a:lnTo>
                  <a:lnTo>
                    <a:pt x="142240" y="107376"/>
                  </a:lnTo>
                  <a:lnTo>
                    <a:pt x="142875" y="113980"/>
                  </a:lnTo>
                  <a:lnTo>
                    <a:pt x="143256" y="121600"/>
                  </a:lnTo>
                  <a:lnTo>
                    <a:pt x="143764" y="129220"/>
                  </a:lnTo>
                  <a:lnTo>
                    <a:pt x="144399" y="137221"/>
                  </a:lnTo>
                  <a:lnTo>
                    <a:pt x="145034" y="140523"/>
                  </a:lnTo>
                  <a:lnTo>
                    <a:pt x="144399" y="154239"/>
                  </a:lnTo>
                  <a:lnTo>
                    <a:pt x="146812" y="156652"/>
                  </a:lnTo>
                  <a:lnTo>
                    <a:pt x="152019" y="163129"/>
                  </a:lnTo>
                  <a:lnTo>
                    <a:pt x="162052" y="163764"/>
                  </a:lnTo>
                  <a:lnTo>
                    <a:pt x="169418" y="164907"/>
                  </a:lnTo>
                  <a:lnTo>
                    <a:pt x="188420" y="166814"/>
                  </a:lnTo>
                  <a:lnTo>
                    <a:pt x="208280" y="166733"/>
                  </a:lnTo>
                  <a:lnTo>
                    <a:pt x="228139" y="165675"/>
                  </a:lnTo>
                  <a:lnTo>
                    <a:pt x="247142" y="164653"/>
                  </a:lnTo>
                  <a:lnTo>
                    <a:pt x="259669" y="164276"/>
                  </a:lnTo>
                  <a:lnTo>
                    <a:pt x="272113" y="163732"/>
                  </a:lnTo>
                  <a:lnTo>
                    <a:pt x="284485" y="163046"/>
                  </a:lnTo>
                  <a:lnTo>
                    <a:pt x="296799" y="162240"/>
                  </a:lnTo>
                  <a:lnTo>
                    <a:pt x="327449" y="160613"/>
                  </a:lnTo>
                  <a:lnTo>
                    <a:pt x="388703" y="158311"/>
                  </a:lnTo>
                  <a:lnTo>
                    <a:pt x="439973" y="154634"/>
                  </a:lnTo>
                  <a:lnTo>
                    <a:pt x="460676" y="152858"/>
                  </a:lnTo>
                  <a:lnTo>
                    <a:pt x="481451" y="151487"/>
                  </a:lnTo>
                  <a:lnTo>
                    <a:pt x="502285" y="150937"/>
                  </a:lnTo>
                  <a:lnTo>
                    <a:pt x="538632" y="152951"/>
                  </a:lnTo>
                  <a:lnTo>
                    <a:pt x="574754" y="156954"/>
                  </a:lnTo>
                  <a:lnTo>
                    <a:pt x="610995" y="160456"/>
                  </a:lnTo>
                  <a:lnTo>
                    <a:pt x="658098" y="160337"/>
                  </a:lnTo>
                  <a:lnTo>
                    <a:pt x="689102" y="157033"/>
                  </a:lnTo>
                  <a:lnTo>
                    <a:pt x="696071" y="156299"/>
                  </a:lnTo>
                  <a:lnTo>
                    <a:pt x="702945" y="155922"/>
                  </a:lnTo>
                  <a:lnTo>
                    <a:pt x="709818" y="155783"/>
                  </a:lnTo>
                  <a:lnTo>
                    <a:pt x="716788" y="155763"/>
                  </a:lnTo>
                  <a:lnTo>
                    <a:pt x="715601" y="149169"/>
                  </a:lnTo>
                  <a:lnTo>
                    <a:pt x="714343" y="142539"/>
                  </a:lnTo>
                  <a:lnTo>
                    <a:pt x="713037" y="135886"/>
                  </a:lnTo>
                  <a:lnTo>
                    <a:pt x="711708" y="129220"/>
                  </a:lnTo>
                </a:path>
                <a:path w="716914" h="1031239">
                  <a:moveTo>
                    <a:pt x="259334" y="61"/>
                  </a:moveTo>
                  <a:lnTo>
                    <a:pt x="252706" y="0"/>
                  </a:lnTo>
                  <a:lnTo>
                    <a:pt x="247173" y="1379"/>
                  </a:lnTo>
                  <a:lnTo>
                    <a:pt x="241688" y="3686"/>
                  </a:lnTo>
                  <a:lnTo>
                    <a:pt x="235204" y="6411"/>
                  </a:lnTo>
                  <a:lnTo>
                    <a:pt x="227462" y="9719"/>
                  </a:lnTo>
                  <a:lnTo>
                    <a:pt x="219662" y="13063"/>
                  </a:lnTo>
                  <a:lnTo>
                    <a:pt x="211790" y="16287"/>
                  </a:lnTo>
                  <a:lnTo>
                    <a:pt x="176403" y="27747"/>
                  </a:lnTo>
                  <a:lnTo>
                    <a:pt x="172212" y="29017"/>
                  </a:lnTo>
                  <a:lnTo>
                    <a:pt x="167894" y="30160"/>
                  </a:lnTo>
                  <a:lnTo>
                    <a:pt x="163322" y="31430"/>
                  </a:lnTo>
                </a:path>
                <a:path w="716914" h="1031239">
                  <a:moveTo>
                    <a:pt x="303784" y="72832"/>
                  </a:moveTo>
                  <a:lnTo>
                    <a:pt x="296562" y="83599"/>
                  </a:lnTo>
                  <a:lnTo>
                    <a:pt x="289353" y="94390"/>
                  </a:lnTo>
                  <a:lnTo>
                    <a:pt x="282120" y="105229"/>
                  </a:lnTo>
                  <a:lnTo>
                    <a:pt x="274828" y="116139"/>
                  </a:lnTo>
                  <a:lnTo>
                    <a:pt x="247644" y="154868"/>
                  </a:lnTo>
                  <a:lnTo>
                    <a:pt x="219186" y="192704"/>
                  </a:lnTo>
                  <a:lnTo>
                    <a:pt x="190228" y="230135"/>
                  </a:lnTo>
                  <a:lnTo>
                    <a:pt x="161544" y="267650"/>
                  </a:lnTo>
                  <a:lnTo>
                    <a:pt x="143371" y="291365"/>
                  </a:lnTo>
                  <a:lnTo>
                    <a:pt x="124841" y="314688"/>
                  </a:lnTo>
                  <a:lnTo>
                    <a:pt x="106215" y="337891"/>
                  </a:lnTo>
                  <a:lnTo>
                    <a:pt x="87757" y="361249"/>
                  </a:lnTo>
                  <a:lnTo>
                    <a:pt x="59531" y="397539"/>
                  </a:lnTo>
                  <a:lnTo>
                    <a:pt x="32258" y="434401"/>
                  </a:lnTo>
                  <a:lnTo>
                    <a:pt x="6985" y="472501"/>
                  </a:lnTo>
                  <a:lnTo>
                    <a:pt x="4191" y="477327"/>
                  </a:lnTo>
                  <a:lnTo>
                    <a:pt x="4572" y="475803"/>
                  </a:lnTo>
                  <a:lnTo>
                    <a:pt x="0" y="479232"/>
                  </a:lnTo>
                </a:path>
                <a:path w="716914" h="1031239">
                  <a:moveTo>
                    <a:pt x="305054" y="482534"/>
                  </a:moveTo>
                  <a:lnTo>
                    <a:pt x="308356" y="479232"/>
                  </a:lnTo>
                  <a:lnTo>
                    <a:pt x="309372" y="477962"/>
                  </a:lnTo>
                  <a:lnTo>
                    <a:pt x="312674" y="479486"/>
                  </a:lnTo>
                  <a:lnTo>
                    <a:pt x="307467" y="478216"/>
                  </a:lnTo>
                  <a:lnTo>
                    <a:pt x="302641" y="476692"/>
                  </a:lnTo>
                  <a:lnTo>
                    <a:pt x="296799" y="476184"/>
                  </a:lnTo>
                  <a:lnTo>
                    <a:pt x="286766" y="474987"/>
                  </a:lnTo>
                  <a:lnTo>
                    <a:pt x="276256" y="474327"/>
                  </a:lnTo>
                  <a:lnTo>
                    <a:pt x="266652" y="475738"/>
                  </a:lnTo>
                  <a:lnTo>
                    <a:pt x="259334" y="480756"/>
                  </a:lnTo>
                  <a:lnTo>
                    <a:pt x="256032" y="485328"/>
                  </a:lnTo>
                  <a:lnTo>
                    <a:pt x="255651" y="497774"/>
                  </a:lnTo>
                  <a:lnTo>
                    <a:pt x="254762" y="503235"/>
                  </a:lnTo>
                  <a:lnTo>
                    <a:pt x="252253" y="521829"/>
                  </a:lnTo>
                  <a:lnTo>
                    <a:pt x="250126" y="540446"/>
                  </a:lnTo>
                  <a:lnTo>
                    <a:pt x="248189" y="559063"/>
                  </a:lnTo>
                  <a:lnTo>
                    <a:pt x="246253" y="577657"/>
                  </a:lnTo>
                  <a:lnTo>
                    <a:pt x="241397" y="625364"/>
                  </a:lnTo>
                  <a:lnTo>
                    <a:pt x="237645" y="672773"/>
                  </a:lnTo>
                  <a:lnTo>
                    <a:pt x="235216" y="720102"/>
                  </a:lnTo>
                  <a:lnTo>
                    <a:pt x="234329" y="767572"/>
                  </a:lnTo>
                  <a:lnTo>
                    <a:pt x="235204" y="815401"/>
                  </a:lnTo>
                  <a:lnTo>
                    <a:pt x="236632" y="856168"/>
                  </a:lnTo>
                  <a:lnTo>
                    <a:pt x="238061" y="897030"/>
                  </a:lnTo>
                  <a:lnTo>
                    <a:pt x="240061" y="937845"/>
                  </a:lnTo>
                  <a:lnTo>
                    <a:pt x="243205" y="978469"/>
                  </a:lnTo>
                  <a:lnTo>
                    <a:pt x="257117" y="1018260"/>
                  </a:lnTo>
                  <a:lnTo>
                    <a:pt x="295701" y="1030974"/>
                  </a:lnTo>
                  <a:lnTo>
                    <a:pt x="303530" y="1029015"/>
                  </a:lnTo>
                  <a:lnTo>
                    <a:pt x="313563" y="1024824"/>
                  </a:lnTo>
                  <a:lnTo>
                    <a:pt x="308737" y="1024443"/>
                  </a:lnTo>
                  <a:lnTo>
                    <a:pt x="313309" y="1016569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1753" y="4420412"/>
              <a:ext cx="256089" cy="3205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06974" y="4352290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0" y="9143"/>
                  </a:moveTo>
                  <a:lnTo>
                    <a:pt x="2159" y="2667"/>
                  </a:lnTo>
                  <a:lnTo>
                    <a:pt x="1142" y="1778"/>
                  </a:lnTo>
                  <a:lnTo>
                    <a:pt x="7238" y="0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4216263" y="4364101"/>
            <a:ext cx="20955" cy="131445"/>
          </a:xfrm>
          <a:custGeom>
            <a:avLst/>
            <a:gdLst/>
            <a:ahLst/>
            <a:cxnLst/>
            <a:rect l="l" t="t" r="r" b="b"/>
            <a:pathLst>
              <a:path w="20954" h="131445">
                <a:moveTo>
                  <a:pt x="10423" y="40005"/>
                </a:moveTo>
                <a:lnTo>
                  <a:pt x="1266" y="78753"/>
                </a:lnTo>
                <a:lnTo>
                  <a:pt x="0" y="100609"/>
                </a:lnTo>
                <a:lnTo>
                  <a:pt x="390" y="111632"/>
                </a:lnTo>
                <a:lnTo>
                  <a:pt x="799" y="117889"/>
                </a:lnTo>
                <a:lnTo>
                  <a:pt x="2518" y="125396"/>
                </a:lnTo>
                <a:lnTo>
                  <a:pt x="6284" y="130974"/>
                </a:lnTo>
                <a:lnTo>
                  <a:pt x="12836" y="131444"/>
                </a:lnTo>
                <a:lnTo>
                  <a:pt x="13471" y="130429"/>
                </a:lnTo>
                <a:lnTo>
                  <a:pt x="14106" y="129286"/>
                </a:lnTo>
                <a:lnTo>
                  <a:pt x="14614" y="127762"/>
                </a:lnTo>
              </a:path>
              <a:path w="20954" h="131445">
                <a:moveTo>
                  <a:pt x="9153" y="7366"/>
                </a:moveTo>
                <a:lnTo>
                  <a:pt x="13471" y="0"/>
                </a:lnTo>
                <a:lnTo>
                  <a:pt x="14995" y="4572"/>
                </a:lnTo>
                <a:lnTo>
                  <a:pt x="20710" y="9143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01997" y="4406138"/>
            <a:ext cx="97790" cy="74930"/>
          </a:xfrm>
          <a:custGeom>
            <a:avLst/>
            <a:gdLst/>
            <a:ahLst/>
            <a:cxnLst/>
            <a:rect l="l" t="t" r="r" b="b"/>
            <a:pathLst>
              <a:path w="97789" h="74929">
                <a:moveTo>
                  <a:pt x="0" y="49403"/>
                </a:moveTo>
                <a:lnTo>
                  <a:pt x="6350" y="48768"/>
                </a:lnTo>
                <a:lnTo>
                  <a:pt x="12191" y="48260"/>
                </a:lnTo>
                <a:lnTo>
                  <a:pt x="18541" y="47625"/>
                </a:lnTo>
                <a:lnTo>
                  <a:pt x="24637" y="47243"/>
                </a:lnTo>
                <a:lnTo>
                  <a:pt x="30734" y="47625"/>
                </a:lnTo>
                <a:lnTo>
                  <a:pt x="36829" y="47243"/>
                </a:lnTo>
                <a:lnTo>
                  <a:pt x="38100" y="47243"/>
                </a:lnTo>
                <a:lnTo>
                  <a:pt x="38988" y="47243"/>
                </a:lnTo>
                <a:lnTo>
                  <a:pt x="40131" y="47243"/>
                </a:lnTo>
              </a:path>
              <a:path w="97789" h="74929">
                <a:moveTo>
                  <a:pt x="24002" y="21717"/>
                </a:moveTo>
                <a:lnTo>
                  <a:pt x="22504" y="29081"/>
                </a:lnTo>
                <a:lnTo>
                  <a:pt x="21828" y="36052"/>
                </a:lnTo>
                <a:lnTo>
                  <a:pt x="21699" y="43094"/>
                </a:lnTo>
                <a:lnTo>
                  <a:pt x="21843" y="50673"/>
                </a:lnTo>
                <a:lnTo>
                  <a:pt x="21843" y="58928"/>
                </a:lnTo>
                <a:lnTo>
                  <a:pt x="22860" y="66548"/>
                </a:lnTo>
                <a:lnTo>
                  <a:pt x="24002" y="74675"/>
                </a:lnTo>
              </a:path>
              <a:path w="97789" h="74929">
                <a:moveTo>
                  <a:pt x="83819" y="51816"/>
                </a:moveTo>
                <a:lnTo>
                  <a:pt x="86006" y="42959"/>
                </a:lnTo>
                <a:lnTo>
                  <a:pt x="88360" y="33924"/>
                </a:lnTo>
                <a:lnTo>
                  <a:pt x="90570" y="25009"/>
                </a:lnTo>
                <a:lnTo>
                  <a:pt x="92328" y="16510"/>
                </a:lnTo>
                <a:lnTo>
                  <a:pt x="93472" y="9525"/>
                </a:lnTo>
                <a:lnTo>
                  <a:pt x="94106" y="6095"/>
                </a:lnTo>
                <a:lnTo>
                  <a:pt x="95630" y="0"/>
                </a:lnTo>
                <a:lnTo>
                  <a:pt x="97037" y="8558"/>
                </a:lnTo>
                <a:lnTo>
                  <a:pt x="97361" y="16938"/>
                </a:lnTo>
                <a:lnTo>
                  <a:pt x="97041" y="25485"/>
                </a:lnTo>
                <a:lnTo>
                  <a:pt x="96519" y="34543"/>
                </a:lnTo>
                <a:lnTo>
                  <a:pt x="96160" y="43687"/>
                </a:lnTo>
                <a:lnTo>
                  <a:pt x="95551" y="52831"/>
                </a:lnTo>
                <a:lnTo>
                  <a:pt x="94823" y="61975"/>
                </a:lnTo>
                <a:lnTo>
                  <a:pt x="94106" y="71119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26635" y="4697221"/>
            <a:ext cx="23495" cy="74930"/>
          </a:xfrm>
          <a:custGeom>
            <a:avLst/>
            <a:gdLst/>
            <a:ahLst/>
            <a:cxnLst/>
            <a:rect l="l" t="t" r="r" b="b"/>
            <a:pathLst>
              <a:path w="23495" h="74929">
                <a:moveTo>
                  <a:pt x="0" y="0"/>
                </a:moveTo>
                <a:lnTo>
                  <a:pt x="2194" y="7677"/>
                </a:lnTo>
                <a:lnTo>
                  <a:pt x="2793" y="14462"/>
                </a:lnTo>
                <a:lnTo>
                  <a:pt x="2536" y="21413"/>
                </a:lnTo>
                <a:lnTo>
                  <a:pt x="2159" y="29590"/>
                </a:lnTo>
                <a:lnTo>
                  <a:pt x="2071" y="38129"/>
                </a:lnTo>
                <a:lnTo>
                  <a:pt x="11937" y="74421"/>
                </a:lnTo>
                <a:lnTo>
                  <a:pt x="18541" y="72897"/>
                </a:lnTo>
                <a:lnTo>
                  <a:pt x="20065" y="72262"/>
                </a:lnTo>
                <a:lnTo>
                  <a:pt x="21971" y="71627"/>
                </a:lnTo>
                <a:lnTo>
                  <a:pt x="23494" y="71119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22064" y="4616450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5">
                <a:moveTo>
                  <a:pt x="3048" y="10668"/>
                </a:moveTo>
                <a:lnTo>
                  <a:pt x="635" y="5206"/>
                </a:lnTo>
                <a:lnTo>
                  <a:pt x="0" y="4063"/>
                </a:lnTo>
                <a:lnTo>
                  <a:pt x="253" y="0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5365292" y="4411776"/>
            <a:ext cx="298450" cy="292100"/>
            <a:chOff x="5365292" y="4411776"/>
            <a:chExt cx="298450" cy="29210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3121" y="4471486"/>
              <a:ext cx="210519" cy="23228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5292" y="4411776"/>
              <a:ext cx="66124" cy="85649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5746369" y="4351909"/>
            <a:ext cx="152400" cy="625475"/>
          </a:xfrm>
          <a:custGeom>
            <a:avLst/>
            <a:gdLst/>
            <a:ahLst/>
            <a:cxnLst/>
            <a:rect l="l" t="t" r="r" b="b"/>
            <a:pathLst>
              <a:path w="152400" h="625475">
                <a:moveTo>
                  <a:pt x="12191" y="331089"/>
                </a:moveTo>
                <a:lnTo>
                  <a:pt x="11205" y="337865"/>
                </a:lnTo>
                <a:lnTo>
                  <a:pt x="9921" y="344916"/>
                </a:lnTo>
                <a:lnTo>
                  <a:pt x="8852" y="352038"/>
                </a:lnTo>
                <a:lnTo>
                  <a:pt x="8508" y="359029"/>
                </a:lnTo>
                <a:lnTo>
                  <a:pt x="8508" y="363982"/>
                </a:lnTo>
                <a:lnTo>
                  <a:pt x="9143" y="376809"/>
                </a:lnTo>
                <a:lnTo>
                  <a:pt x="15239" y="379222"/>
                </a:lnTo>
                <a:lnTo>
                  <a:pt x="16128" y="378841"/>
                </a:lnTo>
                <a:lnTo>
                  <a:pt x="17398" y="378841"/>
                </a:lnTo>
                <a:lnTo>
                  <a:pt x="18287" y="378841"/>
                </a:lnTo>
              </a:path>
              <a:path w="152400" h="625475">
                <a:moveTo>
                  <a:pt x="6095" y="240792"/>
                </a:moveTo>
                <a:lnTo>
                  <a:pt x="3936" y="239649"/>
                </a:lnTo>
                <a:lnTo>
                  <a:pt x="2158" y="238633"/>
                </a:lnTo>
                <a:lnTo>
                  <a:pt x="0" y="237490"/>
                </a:lnTo>
              </a:path>
              <a:path w="152400" h="625475">
                <a:moveTo>
                  <a:pt x="57022" y="0"/>
                </a:moveTo>
                <a:lnTo>
                  <a:pt x="63753" y="635"/>
                </a:lnTo>
                <a:lnTo>
                  <a:pt x="70738" y="1270"/>
                </a:lnTo>
                <a:lnTo>
                  <a:pt x="77469" y="2159"/>
                </a:lnTo>
                <a:lnTo>
                  <a:pt x="90334" y="3145"/>
                </a:lnTo>
                <a:lnTo>
                  <a:pt x="103330" y="3762"/>
                </a:lnTo>
                <a:lnTo>
                  <a:pt x="116349" y="4498"/>
                </a:lnTo>
                <a:lnTo>
                  <a:pt x="129285" y="5842"/>
                </a:lnTo>
                <a:lnTo>
                  <a:pt x="136270" y="6731"/>
                </a:lnTo>
                <a:lnTo>
                  <a:pt x="143255" y="6985"/>
                </a:lnTo>
                <a:lnTo>
                  <a:pt x="146050" y="13716"/>
                </a:lnTo>
                <a:lnTo>
                  <a:pt x="148462" y="18669"/>
                </a:lnTo>
                <a:lnTo>
                  <a:pt x="144144" y="32385"/>
                </a:lnTo>
                <a:lnTo>
                  <a:pt x="143890" y="37465"/>
                </a:lnTo>
                <a:lnTo>
                  <a:pt x="143462" y="68649"/>
                </a:lnTo>
                <a:lnTo>
                  <a:pt x="143890" y="99869"/>
                </a:lnTo>
                <a:lnTo>
                  <a:pt x="144319" y="131065"/>
                </a:lnTo>
                <a:lnTo>
                  <a:pt x="143890" y="162179"/>
                </a:lnTo>
                <a:lnTo>
                  <a:pt x="143164" y="195329"/>
                </a:lnTo>
                <a:lnTo>
                  <a:pt x="143033" y="228504"/>
                </a:lnTo>
                <a:lnTo>
                  <a:pt x="143712" y="261727"/>
                </a:lnTo>
                <a:lnTo>
                  <a:pt x="145414" y="295021"/>
                </a:lnTo>
                <a:lnTo>
                  <a:pt x="147939" y="336913"/>
                </a:lnTo>
                <a:lnTo>
                  <a:pt x="149701" y="378793"/>
                </a:lnTo>
                <a:lnTo>
                  <a:pt x="150844" y="420697"/>
                </a:lnTo>
                <a:lnTo>
                  <a:pt x="151510" y="462661"/>
                </a:lnTo>
                <a:lnTo>
                  <a:pt x="151703" y="489636"/>
                </a:lnTo>
                <a:lnTo>
                  <a:pt x="151812" y="516540"/>
                </a:lnTo>
                <a:lnTo>
                  <a:pt x="151707" y="543492"/>
                </a:lnTo>
                <a:lnTo>
                  <a:pt x="151256" y="570611"/>
                </a:lnTo>
                <a:lnTo>
                  <a:pt x="151548" y="581707"/>
                </a:lnTo>
                <a:lnTo>
                  <a:pt x="133463" y="623282"/>
                </a:lnTo>
                <a:lnTo>
                  <a:pt x="118824" y="624887"/>
                </a:lnTo>
                <a:lnTo>
                  <a:pt x="103828" y="624659"/>
                </a:lnTo>
                <a:lnTo>
                  <a:pt x="91439" y="624586"/>
                </a:lnTo>
                <a:lnTo>
                  <a:pt x="86232" y="624586"/>
                </a:lnTo>
                <a:lnTo>
                  <a:pt x="83819" y="624586"/>
                </a:lnTo>
                <a:lnTo>
                  <a:pt x="80136" y="625221"/>
                </a:lnTo>
              </a:path>
            </a:pathLst>
          </a:custGeom>
          <a:ln w="19202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920" y="589229"/>
            <a:ext cx="58362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4/5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4924" y="4786763"/>
            <a:ext cx="54800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9420" algn="l"/>
              </a:tabLst>
            </a:pPr>
            <a:r>
              <a:rPr sz="1950" spc="-50" dirty="0">
                <a:latin typeface="Symbol"/>
                <a:cs typeface="Symbol"/>
              </a:rPr>
              <a:t>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924" y="4308377"/>
            <a:ext cx="54800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latin typeface="Symbol"/>
                <a:cs typeface="Symbol"/>
              </a:rPr>
              <a:t></a:t>
            </a:r>
            <a:r>
              <a:rPr sz="1950" spc="325" dirty="0">
                <a:latin typeface="Times New Roman"/>
                <a:cs typeface="Times New Roman"/>
              </a:rPr>
              <a:t> </a:t>
            </a:r>
            <a:r>
              <a:rPr sz="2925" baseline="5698" dirty="0">
                <a:latin typeface="Times New Roman"/>
                <a:cs typeface="Times New Roman"/>
              </a:rPr>
              <a:t>0</a:t>
            </a:r>
            <a:r>
              <a:rPr sz="2925" spc="472" baseline="5698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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924" y="5091238"/>
            <a:ext cx="54800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latin typeface="Symbol"/>
                <a:cs typeface="Symbol"/>
              </a:rPr>
              <a:t></a:t>
            </a:r>
            <a:r>
              <a:rPr sz="1950" spc="15" dirty="0">
                <a:latin typeface="Times New Roman"/>
                <a:cs typeface="Times New Roman"/>
              </a:rPr>
              <a:t>  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17" baseline="2525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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1511" y="4819594"/>
            <a:ext cx="7188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927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5367" y="4547308"/>
            <a:ext cx="16827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21385" algn="l"/>
              </a:tabLst>
            </a:pPr>
            <a:r>
              <a:rPr sz="1100" i="1" spc="10" dirty="0">
                <a:latin typeface="Times New Roman"/>
                <a:cs typeface="Times New Roman"/>
              </a:rPr>
              <a:t>i</a:t>
            </a:r>
            <a:r>
              <a:rPr sz="1100" spc="10" dirty="0">
                <a:latin typeface="Symbol"/>
                <a:cs typeface="Symbol"/>
              </a:rPr>
              <a:t></a:t>
            </a:r>
            <a:r>
              <a:rPr sz="1100" spc="10" dirty="0">
                <a:latin typeface="Times New Roman"/>
                <a:cs typeface="Times New Roman"/>
              </a:rPr>
              <a:t>1</a:t>
            </a:r>
            <a:r>
              <a:rPr sz="2925" i="1" spc="15" baseline="-24216" dirty="0">
                <a:latin typeface="Times New Roman"/>
                <a:cs typeface="Times New Roman"/>
              </a:rPr>
              <a:t>R</a:t>
            </a:r>
            <a:r>
              <a:rPr sz="1100" i="1" spc="10" dirty="0">
                <a:latin typeface="Times New Roman"/>
                <a:cs typeface="Times New Roman"/>
              </a:rPr>
              <a:t>i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2925" spc="-75" baseline="-24216" dirty="0">
                <a:latin typeface="Symbol"/>
                <a:cs typeface="Symbol"/>
              </a:rPr>
              <a:t></a:t>
            </a:r>
            <a:r>
              <a:rPr sz="2925" baseline="-24216" dirty="0">
                <a:latin typeface="Times New Roman"/>
                <a:cs typeface="Times New Roman"/>
              </a:rPr>
              <a:t>	</a:t>
            </a:r>
            <a:r>
              <a:rPr sz="2925" baseline="-24216" dirty="0">
                <a:latin typeface="Symbol"/>
                <a:cs typeface="Symbol"/>
              </a:rPr>
              <a:t></a:t>
            </a:r>
            <a:r>
              <a:rPr sz="2925" spc="15" baseline="-24216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</a:t>
            </a:r>
            <a:r>
              <a:rPr sz="1950" spc="320" dirty="0">
                <a:latin typeface="Times New Roman"/>
                <a:cs typeface="Times New Roman"/>
              </a:rPr>
              <a:t> </a:t>
            </a:r>
            <a:r>
              <a:rPr sz="2925" baseline="-24216" dirty="0">
                <a:latin typeface="Times New Roman"/>
                <a:cs typeface="Times New Roman"/>
              </a:rPr>
              <a:t>0</a:t>
            </a:r>
            <a:r>
              <a:rPr sz="2925" spc="472" baseline="-24216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9524" y="5012721"/>
            <a:ext cx="59880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64820" algn="l"/>
              </a:tabLst>
            </a:pPr>
            <a:r>
              <a:rPr sz="1950" spc="-25" dirty="0">
                <a:latin typeface="Symbol"/>
                <a:cs typeface="Symbol"/>
              </a:rPr>
              <a:t></a:t>
            </a:r>
            <a:r>
              <a:rPr sz="2050" i="1" spc="-25" dirty="0">
                <a:latin typeface="Symbol"/>
                <a:cs typeface="Symbol"/>
              </a:rPr>
              <a:t></a:t>
            </a:r>
            <a:r>
              <a:rPr sz="2925" spc="-37" baseline="17094" dirty="0">
                <a:latin typeface="Arial"/>
                <a:cs typeface="Arial"/>
              </a:rPr>
              <a:t>˙</a:t>
            </a:r>
            <a:r>
              <a:rPr sz="2925" baseline="17094" dirty="0">
                <a:latin typeface="Arial"/>
                <a:cs typeface="Arial"/>
              </a:rPr>
              <a:t>	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012" y="3909931"/>
            <a:ext cx="1519735" cy="197493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35137" y="5550094"/>
            <a:ext cx="9461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3153" y="5301844"/>
            <a:ext cx="233679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00" i="1" spc="-150" baseline="-15277" dirty="0">
                <a:latin typeface="Symbol"/>
                <a:cs typeface="Symbol"/>
              </a:rPr>
              <a:t></a:t>
            </a:r>
            <a:r>
              <a:rPr sz="1900" spc="-10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7087" y="4719835"/>
            <a:ext cx="9525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1927" y="4471411"/>
            <a:ext cx="23431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00" i="1" spc="-135" baseline="-15277" dirty="0">
                <a:latin typeface="Symbol"/>
                <a:cs typeface="Symbol"/>
              </a:rPr>
              <a:t></a:t>
            </a:r>
            <a:r>
              <a:rPr sz="1900" spc="-9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9528" y="4044605"/>
            <a:ext cx="9461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840" y="1984070"/>
            <a:ext cx="7601584" cy="214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i+1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(differentiate)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25" dirty="0">
                <a:latin typeface="Arial"/>
                <a:cs typeface="Arial"/>
              </a:rPr>
              <a:t> and</a:t>
            </a:r>
            <a:endParaRPr sz="16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represented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(expressed)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{</a:t>
            </a:r>
            <a:r>
              <a:rPr sz="1600" i="1" spc="-10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  <a:p>
            <a:pPr marL="368300" marR="464820" indent="-343535">
              <a:lnSpc>
                <a:spcPct val="100000"/>
              </a:lnSpc>
              <a:spcBef>
                <a:spcPts val="400"/>
              </a:spcBef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Assuming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DOF.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4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either </a:t>
            </a:r>
            <a:r>
              <a:rPr sz="1600" dirty="0">
                <a:latin typeface="Arial"/>
                <a:cs typeface="Arial"/>
              </a:rPr>
              <a:t>revolute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b="1" i="1" dirty="0">
                <a:latin typeface="Arial"/>
                <a:cs typeface="Arial"/>
              </a:rPr>
              <a:t>angular</a:t>
            </a:r>
            <a:r>
              <a:rPr sz="1600" b="1" i="1" spc="-20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velocity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prismatic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(Linear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velocity).</a:t>
            </a:r>
            <a:endParaRPr sz="1600">
              <a:latin typeface="Arial"/>
              <a:cs typeface="Arial"/>
            </a:endParaRPr>
          </a:p>
          <a:p>
            <a:pPr marL="368300" marR="17780" indent="-343535">
              <a:lnSpc>
                <a:spcPct val="100099"/>
              </a:lnSpc>
              <a:spcBef>
                <a:spcPts val="380"/>
              </a:spcBef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Based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 attachment convention</a:t>
            </a:r>
            <a:r>
              <a:rPr sz="1600" spc="40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which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 assign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4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Z</a:t>
            </a:r>
            <a:r>
              <a:rPr sz="1600" spc="42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axis </a:t>
            </a:r>
            <a:r>
              <a:rPr sz="1600" dirty="0">
                <a:latin typeface="Arial"/>
                <a:cs typeface="Arial"/>
              </a:rPr>
              <a:t>pointing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along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i+1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axis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two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coincide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(rotations 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link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preformed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along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Z-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axis)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rewrite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follows:</a:t>
            </a:r>
            <a:endParaRPr sz="1600">
              <a:latin typeface="Arial"/>
              <a:cs typeface="Arial"/>
            </a:endParaRPr>
          </a:p>
          <a:p>
            <a:pPr marL="1042035">
              <a:lnSpc>
                <a:spcPct val="100000"/>
              </a:lnSpc>
              <a:spcBef>
                <a:spcPts val="70"/>
              </a:spcBef>
            </a:pPr>
            <a:r>
              <a:rPr sz="3000" i="1" spc="-37" baseline="-15277" dirty="0">
                <a:latin typeface="Symbol"/>
                <a:cs typeface="Symbol"/>
              </a:rPr>
              <a:t></a:t>
            </a:r>
            <a:r>
              <a:rPr sz="1900" spc="-25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95400" y="4483100"/>
            <a:ext cx="741680" cy="758825"/>
          </a:xfrm>
          <a:custGeom>
            <a:avLst/>
            <a:gdLst/>
            <a:ahLst/>
            <a:cxnLst/>
            <a:rect l="l" t="t" r="r" b="b"/>
            <a:pathLst>
              <a:path w="741680" h="758825">
                <a:moveTo>
                  <a:pt x="0" y="0"/>
                </a:moveTo>
                <a:lnTo>
                  <a:pt x="0" y="346075"/>
                </a:lnTo>
              </a:path>
              <a:path w="741680" h="758825">
                <a:moveTo>
                  <a:pt x="0" y="114300"/>
                </a:moveTo>
                <a:lnTo>
                  <a:pt x="730173" y="14350"/>
                </a:lnTo>
              </a:path>
              <a:path w="741680" h="758825">
                <a:moveTo>
                  <a:pt x="11112" y="412750"/>
                </a:moveTo>
                <a:lnTo>
                  <a:pt x="11112" y="758825"/>
                </a:lnTo>
              </a:path>
              <a:path w="741680" h="758825">
                <a:moveTo>
                  <a:pt x="11112" y="527050"/>
                </a:moveTo>
                <a:lnTo>
                  <a:pt x="741349" y="427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9442" y="4510862"/>
            <a:ext cx="320675" cy="681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25" dirty="0">
                <a:latin typeface="Times New Roman"/>
                <a:cs typeface="Times New Roman"/>
              </a:rPr>
              <a:t>i+1</a:t>
            </a:r>
            <a:endParaRPr sz="16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  <a:spcBef>
                <a:spcPts val="1330"/>
              </a:spcBef>
            </a:pPr>
            <a:r>
              <a:rPr sz="1600" i="1" spc="-50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3801" y="1466640"/>
            <a:ext cx="98869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91185" algn="l"/>
                <a:tab pos="93408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6599" y="1637080"/>
            <a:ext cx="17595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29615" algn="l"/>
                <a:tab pos="1069340" algn="l"/>
                <a:tab pos="154622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4991" y="1466640"/>
            <a:ext cx="2127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991820" y="1459781"/>
            <a:ext cx="134810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9725" algn="l"/>
                <a:tab pos="915669" algn="l"/>
              </a:tabLst>
            </a:pPr>
            <a:r>
              <a:rPr sz="1900" b="0" spc="2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050" b="0" i="1" dirty="0">
                <a:solidFill>
                  <a:srgbClr val="000000"/>
                </a:solidFill>
                <a:latin typeface="Symbol"/>
                <a:cs typeface="Symbol"/>
              </a:rPr>
              <a:t></a:t>
            </a:r>
            <a:r>
              <a:rPr sz="205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0" spc="1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1900" b="0" i="1" spc="65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900" b="0" i="1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0" spc="35" dirty="0">
                <a:solidFill>
                  <a:srgbClr val="000000"/>
                </a:solidFill>
                <a:latin typeface="Symbol"/>
                <a:cs typeface="Symbol"/>
              </a:rPr>
              <a:t>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2070" y="1459781"/>
            <a:ext cx="20193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50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73663" y="1436687"/>
            <a:ext cx="1329055" cy="403225"/>
            <a:chOff x="4673663" y="1436687"/>
            <a:chExt cx="1329055" cy="403225"/>
          </a:xfrm>
        </p:grpSpPr>
        <p:sp>
          <p:nvSpPr>
            <p:cNvPr id="24" name="object 24"/>
            <p:cNvSpPr/>
            <p:nvPr/>
          </p:nvSpPr>
          <p:spPr>
            <a:xfrm>
              <a:off x="4678426" y="1441450"/>
              <a:ext cx="887730" cy="393700"/>
            </a:xfrm>
            <a:custGeom>
              <a:avLst/>
              <a:gdLst/>
              <a:ahLst/>
              <a:cxnLst/>
              <a:rect l="l" t="t" r="r" b="b"/>
              <a:pathLst>
                <a:path w="887729" h="393700">
                  <a:moveTo>
                    <a:pt x="0" y="393700"/>
                  </a:moveTo>
                  <a:lnTo>
                    <a:pt x="887412" y="393700"/>
                  </a:lnTo>
                  <a:lnTo>
                    <a:pt x="887412" y="0"/>
                  </a:lnTo>
                  <a:lnTo>
                    <a:pt x="0" y="0"/>
                  </a:lnTo>
                  <a:lnTo>
                    <a:pt x="0" y="3937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89143" y="1569511"/>
              <a:ext cx="403860" cy="48260"/>
            </a:xfrm>
            <a:custGeom>
              <a:avLst/>
              <a:gdLst/>
              <a:ahLst/>
              <a:cxnLst/>
              <a:rect l="l" t="t" r="r" b="b"/>
              <a:pathLst>
                <a:path w="403860" h="48259">
                  <a:moveTo>
                    <a:pt x="5207" y="48087"/>
                  </a:moveTo>
                  <a:lnTo>
                    <a:pt x="4826" y="38943"/>
                  </a:lnTo>
                  <a:lnTo>
                    <a:pt x="0" y="41102"/>
                  </a:lnTo>
                  <a:lnTo>
                    <a:pt x="10287" y="32466"/>
                  </a:lnTo>
                  <a:lnTo>
                    <a:pt x="74215" y="9003"/>
                  </a:lnTo>
                  <a:lnTo>
                    <a:pt x="142621" y="1732"/>
                  </a:lnTo>
                  <a:lnTo>
                    <a:pt x="188831" y="0"/>
                  </a:lnTo>
                  <a:lnTo>
                    <a:pt x="234648" y="2541"/>
                  </a:lnTo>
                  <a:lnTo>
                    <a:pt x="280013" y="9251"/>
                  </a:lnTo>
                  <a:lnTo>
                    <a:pt x="324866" y="20020"/>
                  </a:lnTo>
                  <a:lnTo>
                    <a:pt x="334015" y="22967"/>
                  </a:lnTo>
                  <a:lnTo>
                    <a:pt x="343201" y="25878"/>
                  </a:lnTo>
                  <a:lnTo>
                    <a:pt x="352458" y="28146"/>
                  </a:lnTo>
                  <a:lnTo>
                    <a:pt x="361823" y="29164"/>
                  </a:lnTo>
                  <a:lnTo>
                    <a:pt x="369931" y="29180"/>
                  </a:lnTo>
                  <a:lnTo>
                    <a:pt x="377920" y="28529"/>
                  </a:lnTo>
                  <a:lnTo>
                    <a:pt x="385861" y="27592"/>
                  </a:lnTo>
                  <a:lnTo>
                    <a:pt x="393827" y="26751"/>
                  </a:lnTo>
                  <a:lnTo>
                    <a:pt x="400317" y="25417"/>
                  </a:lnTo>
                  <a:lnTo>
                    <a:pt x="403463" y="23989"/>
                  </a:lnTo>
                  <a:lnTo>
                    <a:pt x="402774" y="24322"/>
                  </a:lnTo>
                  <a:lnTo>
                    <a:pt x="397764" y="28275"/>
                  </a:lnTo>
                </a:path>
              </a:pathLst>
            </a:custGeom>
            <a:ln w="19202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5223" y="1519625"/>
              <a:ext cx="133502" cy="10325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7854695" y="4312284"/>
            <a:ext cx="17780" cy="41275"/>
          </a:xfrm>
          <a:custGeom>
            <a:avLst/>
            <a:gdLst/>
            <a:ahLst/>
            <a:cxnLst/>
            <a:rect l="l" t="t" r="r" b="b"/>
            <a:pathLst>
              <a:path w="17779" h="41275">
                <a:moveTo>
                  <a:pt x="1777" y="0"/>
                </a:moveTo>
                <a:lnTo>
                  <a:pt x="1524" y="7365"/>
                </a:lnTo>
                <a:lnTo>
                  <a:pt x="0" y="16509"/>
                </a:lnTo>
                <a:lnTo>
                  <a:pt x="1524" y="23240"/>
                </a:lnTo>
                <a:lnTo>
                  <a:pt x="2412" y="28066"/>
                </a:lnTo>
                <a:lnTo>
                  <a:pt x="6984" y="40893"/>
                </a:lnTo>
                <a:lnTo>
                  <a:pt x="13970" y="41147"/>
                </a:lnTo>
                <a:lnTo>
                  <a:pt x="15239" y="40893"/>
                </a:lnTo>
                <a:lnTo>
                  <a:pt x="16763" y="40004"/>
                </a:lnTo>
                <a:lnTo>
                  <a:pt x="17652" y="39623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93431" y="4158996"/>
            <a:ext cx="4445" cy="6350"/>
          </a:xfrm>
          <a:custGeom>
            <a:avLst/>
            <a:gdLst/>
            <a:ahLst/>
            <a:cxnLst/>
            <a:rect l="l" t="t" r="r" b="b"/>
            <a:pathLst>
              <a:path w="4445" h="6350">
                <a:moveTo>
                  <a:pt x="1777" y="5841"/>
                </a:moveTo>
                <a:lnTo>
                  <a:pt x="253" y="1523"/>
                </a:lnTo>
                <a:lnTo>
                  <a:pt x="0" y="0"/>
                </a:lnTo>
                <a:lnTo>
                  <a:pt x="3937" y="3936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0151" y="4046840"/>
            <a:ext cx="2317140" cy="164552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30743" y="5671008"/>
            <a:ext cx="111801" cy="238606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905622" y="5573014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59" h="30479">
                <a:moveTo>
                  <a:pt x="9398" y="8763"/>
                </a:moveTo>
                <a:lnTo>
                  <a:pt x="16382" y="8763"/>
                </a:lnTo>
                <a:lnTo>
                  <a:pt x="21335" y="13335"/>
                </a:lnTo>
                <a:lnTo>
                  <a:pt x="18287" y="21894"/>
                </a:lnTo>
                <a:lnTo>
                  <a:pt x="14604" y="27076"/>
                </a:lnTo>
                <a:lnTo>
                  <a:pt x="13716" y="28600"/>
                </a:lnTo>
                <a:lnTo>
                  <a:pt x="9398" y="30124"/>
                </a:lnTo>
                <a:lnTo>
                  <a:pt x="3301" y="25552"/>
                </a:lnTo>
                <a:lnTo>
                  <a:pt x="253" y="21285"/>
                </a:lnTo>
                <a:lnTo>
                  <a:pt x="0" y="12700"/>
                </a:lnTo>
                <a:lnTo>
                  <a:pt x="0" y="6096"/>
                </a:lnTo>
                <a:lnTo>
                  <a:pt x="2667" y="4826"/>
                </a:lnTo>
                <a:lnTo>
                  <a:pt x="7238" y="0"/>
                </a:lnTo>
                <a:lnTo>
                  <a:pt x="15240" y="1524"/>
                </a:lnTo>
                <a:lnTo>
                  <a:pt x="18542" y="4826"/>
                </a:lnTo>
                <a:lnTo>
                  <a:pt x="20066" y="12700"/>
                </a:lnTo>
                <a:lnTo>
                  <a:pt x="22478" y="21894"/>
                </a:lnTo>
                <a:lnTo>
                  <a:pt x="14604" y="25552"/>
                </a:lnTo>
                <a:lnTo>
                  <a:pt x="7620" y="27381"/>
                </a:lnTo>
                <a:lnTo>
                  <a:pt x="6350" y="27686"/>
                </a:lnTo>
                <a:lnTo>
                  <a:pt x="5460" y="27990"/>
                </a:lnTo>
                <a:lnTo>
                  <a:pt x="4191" y="28600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31480" y="5904890"/>
            <a:ext cx="12065" cy="50800"/>
          </a:xfrm>
          <a:custGeom>
            <a:avLst/>
            <a:gdLst/>
            <a:ahLst/>
            <a:cxnLst/>
            <a:rect l="l" t="t" r="r" b="b"/>
            <a:pathLst>
              <a:path w="12065" h="50800">
                <a:moveTo>
                  <a:pt x="0" y="0"/>
                </a:moveTo>
                <a:lnTo>
                  <a:pt x="7620" y="6096"/>
                </a:lnTo>
                <a:lnTo>
                  <a:pt x="6096" y="11887"/>
                </a:lnTo>
                <a:lnTo>
                  <a:pt x="6985" y="21640"/>
                </a:lnTo>
                <a:lnTo>
                  <a:pt x="8254" y="29260"/>
                </a:lnTo>
                <a:lnTo>
                  <a:pt x="7874" y="39928"/>
                </a:lnTo>
                <a:lnTo>
                  <a:pt x="9398" y="46329"/>
                </a:lnTo>
                <a:lnTo>
                  <a:pt x="10033" y="47853"/>
                </a:lnTo>
                <a:lnTo>
                  <a:pt x="10922" y="49072"/>
                </a:lnTo>
                <a:lnTo>
                  <a:pt x="11556" y="50292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33257" y="5828995"/>
            <a:ext cx="6350" cy="7620"/>
          </a:xfrm>
          <a:custGeom>
            <a:avLst/>
            <a:gdLst/>
            <a:ahLst/>
            <a:cxnLst/>
            <a:rect l="l" t="t" r="r" b="b"/>
            <a:pathLst>
              <a:path w="6350" h="7620">
                <a:moveTo>
                  <a:pt x="5842" y="7010"/>
                </a:moveTo>
                <a:lnTo>
                  <a:pt x="3683" y="1219"/>
                </a:lnTo>
                <a:lnTo>
                  <a:pt x="0" y="0"/>
                </a:lnTo>
                <a:lnTo>
                  <a:pt x="5842" y="304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20506" y="5900623"/>
            <a:ext cx="68580" cy="55244"/>
          </a:xfrm>
          <a:custGeom>
            <a:avLst/>
            <a:gdLst/>
            <a:ahLst/>
            <a:cxnLst/>
            <a:rect l="l" t="t" r="r" b="b"/>
            <a:pathLst>
              <a:path w="68579" h="55245">
                <a:moveTo>
                  <a:pt x="0" y="25603"/>
                </a:moveTo>
                <a:lnTo>
                  <a:pt x="8763" y="25298"/>
                </a:lnTo>
                <a:lnTo>
                  <a:pt x="16383" y="25908"/>
                </a:lnTo>
                <a:lnTo>
                  <a:pt x="24638" y="25908"/>
                </a:lnTo>
                <a:lnTo>
                  <a:pt x="35552" y="25684"/>
                </a:lnTo>
                <a:lnTo>
                  <a:pt x="46418" y="25260"/>
                </a:lnTo>
                <a:lnTo>
                  <a:pt x="57284" y="25007"/>
                </a:lnTo>
                <a:lnTo>
                  <a:pt x="68199" y="25298"/>
                </a:lnTo>
              </a:path>
              <a:path w="68579" h="55245">
                <a:moveTo>
                  <a:pt x="36575" y="0"/>
                </a:moveTo>
                <a:lnTo>
                  <a:pt x="35941" y="8534"/>
                </a:lnTo>
                <a:lnTo>
                  <a:pt x="36575" y="16154"/>
                </a:lnTo>
                <a:lnTo>
                  <a:pt x="36195" y="24688"/>
                </a:lnTo>
                <a:lnTo>
                  <a:pt x="35794" y="32323"/>
                </a:lnTo>
                <a:lnTo>
                  <a:pt x="35845" y="39814"/>
                </a:lnTo>
                <a:lnTo>
                  <a:pt x="36230" y="47363"/>
                </a:lnTo>
                <a:lnTo>
                  <a:pt x="36829" y="55168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69223" y="5920435"/>
            <a:ext cx="29209" cy="85725"/>
          </a:xfrm>
          <a:custGeom>
            <a:avLst/>
            <a:gdLst/>
            <a:ahLst/>
            <a:cxnLst/>
            <a:rect l="l" t="t" r="r" b="b"/>
            <a:pathLst>
              <a:path w="29209" h="85725">
                <a:moveTo>
                  <a:pt x="0" y="43586"/>
                </a:moveTo>
                <a:lnTo>
                  <a:pt x="4318" y="36880"/>
                </a:lnTo>
                <a:lnTo>
                  <a:pt x="8254" y="29870"/>
                </a:lnTo>
                <a:lnTo>
                  <a:pt x="13461" y="24079"/>
                </a:lnTo>
                <a:lnTo>
                  <a:pt x="18033" y="17983"/>
                </a:lnTo>
                <a:lnTo>
                  <a:pt x="21335" y="11887"/>
                </a:lnTo>
                <a:lnTo>
                  <a:pt x="25653" y="4876"/>
                </a:lnTo>
                <a:lnTo>
                  <a:pt x="26543" y="3352"/>
                </a:lnTo>
                <a:lnTo>
                  <a:pt x="27431" y="1828"/>
                </a:lnTo>
                <a:lnTo>
                  <a:pt x="28701" y="0"/>
                </a:lnTo>
                <a:lnTo>
                  <a:pt x="28082" y="7767"/>
                </a:lnTo>
                <a:lnTo>
                  <a:pt x="27273" y="15506"/>
                </a:lnTo>
                <a:lnTo>
                  <a:pt x="26416" y="23188"/>
                </a:lnTo>
                <a:lnTo>
                  <a:pt x="25653" y="30784"/>
                </a:lnTo>
                <a:lnTo>
                  <a:pt x="20447" y="68884"/>
                </a:lnTo>
                <a:lnTo>
                  <a:pt x="19811" y="74980"/>
                </a:lnTo>
                <a:lnTo>
                  <a:pt x="18542" y="80162"/>
                </a:lnTo>
                <a:lnTo>
                  <a:pt x="17018" y="85648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32216" y="4316399"/>
            <a:ext cx="92989" cy="89306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8088503" y="4332096"/>
            <a:ext cx="42545" cy="79375"/>
          </a:xfrm>
          <a:custGeom>
            <a:avLst/>
            <a:gdLst/>
            <a:ahLst/>
            <a:cxnLst/>
            <a:rect l="l" t="t" r="r" b="b"/>
            <a:pathLst>
              <a:path w="42545" h="79375">
                <a:moveTo>
                  <a:pt x="0" y="40512"/>
                </a:moveTo>
                <a:lnTo>
                  <a:pt x="6096" y="35432"/>
                </a:lnTo>
                <a:lnTo>
                  <a:pt x="13080" y="30225"/>
                </a:lnTo>
                <a:lnTo>
                  <a:pt x="17906" y="24383"/>
                </a:lnTo>
                <a:lnTo>
                  <a:pt x="37719" y="2793"/>
                </a:lnTo>
                <a:lnTo>
                  <a:pt x="38353" y="1269"/>
                </a:lnTo>
                <a:lnTo>
                  <a:pt x="39624" y="0"/>
                </a:lnTo>
                <a:lnTo>
                  <a:pt x="42017" y="9205"/>
                </a:lnTo>
                <a:lnTo>
                  <a:pt x="41433" y="19351"/>
                </a:lnTo>
                <a:lnTo>
                  <a:pt x="39088" y="29664"/>
                </a:lnTo>
                <a:lnTo>
                  <a:pt x="36195" y="39369"/>
                </a:lnTo>
                <a:lnTo>
                  <a:pt x="31718" y="51923"/>
                </a:lnTo>
                <a:lnTo>
                  <a:pt x="28384" y="61594"/>
                </a:lnTo>
                <a:lnTo>
                  <a:pt x="25622" y="70123"/>
                </a:lnTo>
                <a:lnTo>
                  <a:pt x="22860" y="79247"/>
                </a:lnTo>
              </a:path>
            </a:pathLst>
          </a:custGeom>
          <a:ln w="19202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545070" cy="1567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5/5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result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recursive</a:t>
            </a:r>
            <a:r>
              <a:rPr sz="1600" b="1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equation</a:t>
            </a:r>
            <a:r>
              <a:rPr sz="1600" b="1" i="1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that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shows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angular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velocity</a:t>
            </a:r>
            <a:r>
              <a:rPr sz="1600" u="none" spc="-4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one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link</a:t>
            </a:r>
            <a:r>
              <a:rPr sz="1600" u="none" spc="-45" dirty="0">
                <a:latin typeface="Arial"/>
                <a:cs typeface="Arial"/>
              </a:rPr>
              <a:t> </a:t>
            </a:r>
            <a:r>
              <a:rPr sz="1600" u="none" spc="-25" dirty="0">
                <a:latin typeface="Arial"/>
                <a:cs typeface="Arial"/>
              </a:rPr>
              <a:t>in </a:t>
            </a:r>
            <a:r>
              <a:rPr sz="1600" u="none" dirty="0">
                <a:latin typeface="Arial"/>
                <a:cs typeface="Arial"/>
              </a:rPr>
              <a:t>terms</a:t>
            </a:r>
            <a:r>
              <a:rPr sz="1600" u="none" spc="-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angular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velocity</a:t>
            </a:r>
            <a:r>
              <a:rPr sz="1600" u="none" spc="-4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previous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link</a:t>
            </a:r>
            <a:r>
              <a:rPr sz="1600" u="none" spc="-5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plus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relative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motion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spc="-25" dirty="0">
                <a:latin typeface="Arial"/>
                <a:cs typeface="Arial"/>
              </a:rPr>
              <a:t>the </a:t>
            </a:r>
            <a:r>
              <a:rPr sz="1600" u="none" dirty="0">
                <a:latin typeface="Arial"/>
                <a:cs typeface="Arial"/>
              </a:rPr>
              <a:t>two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spc="-10" dirty="0">
                <a:latin typeface="Arial"/>
                <a:cs typeface="Arial"/>
              </a:rPr>
              <a:t>links.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4814697"/>
            <a:ext cx="16789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Since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term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8336" y="4814697"/>
            <a:ext cx="5042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depends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previous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through this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recursion,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744" y="5058917"/>
            <a:ext cx="6427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said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propagate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subsequent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links.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1707" y="3299192"/>
            <a:ext cx="5353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4267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1707" y="3060241"/>
            <a:ext cx="5353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4267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1707" y="2821310"/>
            <a:ext cx="5353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3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532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1707" y="3603667"/>
            <a:ext cx="5353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40" dirty="0">
                <a:latin typeface="Times New Roman"/>
                <a:cs typeface="Times New Roman"/>
              </a:rPr>
              <a:t>  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17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8417" y="3332043"/>
            <a:ext cx="53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6625" y="3160129"/>
            <a:ext cx="3975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34417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9388" y="3332043"/>
            <a:ext cx="5308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775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1707" y="3525096"/>
            <a:ext cx="440055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310" dirty="0">
                <a:latin typeface="Symbol"/>
                <a:cs typeface="Symbol"/>
              </a:rPr>
              <a:t></a:t>
            </a:r>
            <a:r>
              <a:rPr sz="2050" i="1" spc="-310" dirty="0">
                <a:latin typeface="Symbol"/>
                <a:cs typeface="Symbol"/>
              </a:rPr>
              <a:t>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04630" y="3154580"/>
            <a:ext cx="134366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26390" algn="l"/>
                <a:tab pos="120650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10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3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345" y="3044175"/>
            <a:ext cx="41148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75" i="1" spc="-30" baseline="-23035" dirty="0"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8950" y="3463537"/>
            <a:ext cx="958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56076" y="2697226"/>
            <a:ext cx="2453005" cy="1349375"/>
          </a:xfrm>
          <a:custGeom>
            <a:avLst/>
            <a:gdLst/>
            <a:ahLst/>
            <a:cxnLst/>
            <a:rect l="l" t="t" r="r" b="b"/>
            <a:pathLst>
              <a:path w="2453004" h="1349375">
                <a:moveTo>
                  <a:pt x="0" y="1349375"/>
                </a:moveTo>
                <a:lnTo>
                  <a:pt x="2452624" y="1349375"/>
                </a:lnTo>
                <a:lnTo>
                  <a:pt x="2452624" y="0"/>
                </a:lnTo>
                <a:lnTo>
                  <a:pt x="0" y="0"/>
                </a:lnTo>
                <a:lnTo>
                  <a:pt x="0" y="134937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96683" y="4922019"/>
            <a:ext cx="22542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5954" y="4632545"/>
            <a:ext cx="429259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75" i="1" spc="-30" baseline="-23035" dirty="0"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0/6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990" y="1357680"/>
            <a:ext cx="6471546" cy="4694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1/6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310120" cy="109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Simultaneous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Rotational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derivative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vector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moving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 (linear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rotation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velocities)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as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seen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stationary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814954"/>
            <a:ext cx="1487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Vector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278248"/>
            <a:ext cx="1452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Matrix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9655" y="3629084"/>
            <a:ext cx="25266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68960" algn="l"/>
                <a:tab pos="1069975" algn="l"/>
                <a:tab pos="1668145" algn="l"/>
                <a:tab pos="1919605" algn="l"/>
                <a:tab pos="2405380" algn="l"/>
              </a:tabLst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4427" y="3629084"/>
            <a:ext cx="1206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296" y="3465193"/>
            <a:ext cx="210248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25" dirty="0">
                <a:latin typeface="Times New Roman"/>
                <a:cs typeface="Times New Roman"/>
              </a:rPr>
              <a:t>  </a:t>
            </a:r>
            <a:r>
              <a:rPr sz="1900" spc="125" dirty="0">
                <a:latin typeface="Symbol"/>
                <a:cs typeface="Symbol"/>
              </a:rPr>
              <a:t></a:t>
            </a:r>
            <a:r>
              <a:rPr sz="1650" i="1" spc="187" baseline="42929" dirty="0">
                <a:latin typeface="Times New Roman"/>
                <a:cs typeface="Times New Roman"/>
              </a:rPr>
              <a:t>A</a:t>
            </a:r>
            <a:r>
              <a:rPr sz="1900" spc="125" dirty="0">
                <a:latin typeface="Symbol"/>
                <a:cs typeface="Symbol"/>
              </a:rPr>
              <a:t>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spc="60" dirty="0">
                <a:latin typeface="Symbol"/>
                <a:cs typeface="Symbol"/>
              </a:rPr>
              <a:t>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1650" i="1" spc="67" baseline="42929" dirty="0">
                <a:latin typeface="Times New Roman"/>
                <a:cs typeface="Times New Roman"/>
              </a:rPr>
              <a:t>A</a:t>
            </a:r>
            <a:r>
              <a:rPr sz="1900" i="1" spc="45" dirty="0">
                <a:latin typeface="Times New Roman"/>
                <a:cs typeface="Times New Roman"/>
              </a:rPr>
              <a:t>R</a:t>
            </a:r>
            <a:r>
              <a:rPr sz="1650" i="1" spc="67" baseline="42929" dirty="0">
                <a:latin typeface="Times New Roman"/>
                <a:cs typeface="Times New Roman"/>
              </a:rPr>
              <a:t>B</a:t>
            </a:r>
            <a:r>
              <a:rPr sz="1900" i="1" spc="45" dirty="0">
                <a:latin typeface="Times New Roman"/>
                <a:cs typeface="Times New Roman"/>
              </a:rPr>
              <a:t>P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7379" y="3465193"/>
            <a:ext cx="79946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45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Symbol"/>
                <a:cs typeface="Symbol"/>
              </a:rPr>
              <a:t></a:t>
            </a:r>
            <a:r>
              <a:rPr sz="1650" i="1" spc="67" baseline="42929" dirty="0">
                <a:latin typeface="Times New Roman"/>
                <a:cs typeface="Times New Roman"/>
              </a:rPr>
              <a:t>A</a:t>
            </a:r>
            <a:r>
              <a:rPr sz="1900" i="1" spc="4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98187" y="2543175"/>
            <a:ext cx="3625215" cy="3333750"/>
            <a:chOff x="5098187" y="2543175"/>
            <a:chExt cx="3625215" cy="33337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8187" y="2543175"/>
              <a:ext cx="3625188" cy="33337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63309" y="3284600"/>
              <a:ext cx="992505" cy="962660"/>
            </a:xfrm>
            <a:custGeom>
              <a:avLst/>
              <a:gdLst/>
              <a:ahLst/>
              <a:cxnLst/>
              <a:rect l="l" t="t" r="r" b="b"/>
              <a:pathLst>
                <a:path w="992504" h="962660">
                  <a:moveTo>
                    <a:pt x="991997" y="942213"/>
                  </a:moveTo>
                  <a:lnTo>
                    <a:pt x="365836" y="338543"/>
                  </a:lnTo>
                  <a:lnTo>
                    <a:pt x="366268" y="337693"/>
                  </a:lnTo>
                  <a:lnTo>
                    <a:pt x="375031" y="315480"/>
                  </a:lnTo>
                  <a:lnTo>
                    <a:pt x="382143" y="291973"/>
                  </a:lnTo>
                  <a:lnTo>
                    <a:pt x="387223" y="267589"/>
                  </a:lnTo>
                  <a:lnTo>
                    <a:pt x="390525" y="242189"/>
                  </a:lnTo>
                  <a:lnTo>
                    <a:pt x="391541" y="216281"/>
                  </a:lnTo>
                  <a:lnTo>
                    <a:pt x="391033" y="199263"/>
                  </a:lnTo>
                  <a:lnTo>
                    <a:pt x="384429" y="150241"/>
                  </a:lnTo>
                  <a:lnTo>
                    <a:pt x="370332" y="104140"/>
                  </a:lnTo>
                  <a:lnTo>
                    <a:pt x="351942" y="67183"/>
                  </a:lnTo>
                  <a:lnTo>
                    <a:pt x="349123" y="62357"/>
                  </a:lnTo>
                  <a:lnTo>
                    <a:pt x="348996" y="62103"/>
                  </a:lnTo>
                  <a:lnTo>
                    <a:pt x="348869" y="61976"/>
                  </a:lnTo>
                  <a:lnTo>
                    <a:pt x="348742" y="61722"/>
                  </a:lnTo>
                  <a:lnTo>
                    <a:pt x="340969" y="52108"/>
                  </a:lnTo>
                  <a:lnTo>
                    <a:pt x="350824" y="42545"/>
                  </a:lnTo>
                  <a:lnTo>
                    <a:pt x="365633" y="28194"/>
                  </a:lnTo>
                  <a:lnTo>
                    <a:pt x="285242" y="0"/>
                  </a:lnTo>
                  <a:lnTo>
                    <a:pt x="311023" y="81153"/>
                  </a:lnTo>
                  <a:lnTo>
                    <a:pt x="334035" y="58839"/>
                  </a:lnTo>
                  <a:lnTo>
                    <a:pt x="341223" y="67805"/>
                  </a:lnTo>
                  <a:lnTo>
                    <a:pt x="361442" y="107442"/>
                  </a:lnTo>
                  <a:lnTo>
                    <a:pt x="375031" y="152019"/>
                  </a:lnTo>
                  <a:lnTo>
                    <a:pt x="381635" y="199644"/>
                  </a:lnTo>
                  <a:lnTo>
                    <a:pt x="382016" y="215773"/>
                  </a:lnTo>
                  <a:lnTo>
                    <a:pt x="381000" y="241046"/>
                  </a:lnTo>
                  <a:lnTo>
                    <a:pt x="377952" y="265684"/>
                  </a:lnTo>
                  <a:lnTo>
                    <a:pt x="372999" y="289179"/>
                  </a:lnTo>
                  <a:lnTo>
                    <a:pt x="366141" y="311912"/>
                  </a:lnTo>
                  <a:lnTo>
                    <a:pt x="358419" y="331393"/>
                  </a:lnTo>
                  <a:lnTo>
                    <a:pt x="82156" y="65036"/>
                  </a:lnTo>
                  <a:lnTo>
                    <a:pt x="91706" y="55118"/>
                  </a:lnTo>
                  <a:lnTo>
                    <a:pt x="101981" y="44450"/>
                  </a:lnTo>
                  <a:lnTo>
                    <a:pt x="10541" y="15875"/>
                  </a:lnTo>
                  <a:lnTo>
                    <a:pt x="42545" y="106172"/>
                  </a:lnTo>
                  <a:lnTo>
                    <a:pt x="62344" y="85610"/>
                  </a:lnTo>
                  <a:lnTo>
                    <a:pt x="344868" y="357962"/>
                  </a:lnTo>
                  <a:lnTo>
                    <a:pt x="322834" y="390144"/>
                  </a:lnTo>
                  <a:lnTo>
                    <a:pt x="293116" y="420116"/>
                  </a:lnTo>
                  <a:lnTo>
                    <a:pt x="258953" y="442722"/>
                  </a:lnTo>
                  <a:lnTo>
                    <a:pt x="221234" y="457073"/>
                  </a:lnTo>
                  <a:lnTo>
                    <a:pt x="180848" y="462026"/>
                  </a:lnTo>
                  <a:lnTo>
                    <a:pt x="167767" y="461391"/>
                  </a:lnTo>
                  <a:lnTo>
                    <a:pt x="129540" y="453898"/>
                  </a:lnTo>
                  <a:lnTo>
                    <a:pt x="93472" y="437769"/>
                  </a:lnTo>
                  <a:lnTo>
                    <a:pt x="60706" y="413512"/>
                  </a:lnTo>
                  <a:lnTo>
                    <a:pt x="32131" y="382016"/>
                  </a:lnTo>
                  <a:lnTo>
                    <a:pt x="8382" y="343535"/>
                  </a:lnTo>
                  <a:lnTo>
                    <a:pt x="0" y="347980"/>
                  </a:lnTo>
                  <a:lnTo>
                    <a:pt x="24257" y="387604"/>
                  </a:lnTo>
                  <a:lnTo>
                    <a:pt x="54102" y="420497"/>
                  </a:lnTo>
                  <a:lnTo>
                    <a:pt x="88392" y="445770"/>
                  </a:lnTo>
                  <a:lnTo>
                    <a:pt x="126365" y="462788"/>
                  </a:lnTo>
                  <a:lnTo>
                    <a:pt x="166751" y="470916"/>
                  </a:lnTo>
                  <a:lnTo>
                    <a:pt x="180467" y="471424"/>
                  </a:lnTo>
                  <a:lnTo>
                    <a:pt x="191389" y="471170"/>
                  </a:lnTo>
                  <a:lnTo>
                    <a:pt x="233553" y="463423"/>
                  </a:lnTo>
                  <a:lnTo>
                    <a:pt x="237578" y="462026"/>
                  </a:lnTo>
                  <a:lnTo>
                    <a:pt x="243459" y="459994"/>
                  </a:lnTo>
                  <a:lnTo>
                    <a:pt x="281305" y="440563"/>
                  </a:lnTo>
                  <a:lnTo>
                    <a:pt x="314960" y="413004"/>
                  </a:lnTo>
                  <a:lnTo>
                    <a:pt x="343535" y="378333"/>
                  </a:lnTo>
                  <a:lnTo>
                    <a:pt x="351904" y="364756"/>
                  </a:lnTo>
                  <a:lnTo>
                    <a:pt x="972185" y="962660"/>
                  </a:lnTo>
                  <a:lnTo>
                    <a:pt x="991997" y="942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05547" y="3187632"/>
            <a:ext cx="88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Times New Roman"/>
                <a:cs typeface="Times New Roman"/>
              </a:rPr>
              <a:t>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64488" y="2994045"/>
            <a:ext cx="28511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800" i="1" dirty="0">
                <a:latin typeface="Times New Roman"/>
                <a:cs typeface="Times New Roman"/>
              </a:rPr>
              <a:t>A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2025" spc="-75" baseline="-24691" dirty="0">
                <a:latin typeface="Symbol"/>
                <a:cs typeface="Symbol"/>
              </a:rPr>
              <a:t></a:t>
            </a:r>
            <a:endParaRPr sz="2025" baseline="-24691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61330" y="5272083"/>
            <a:ext cx="1333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00243" y="5100445"/>
            <a:ext cx="38290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813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22689" y="5100445"/>
            <a:ext cx="11683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2717" y="5272083"/>
            <a:ext cx="68643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82295" algn="l"/>
              </a:tabLst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7244" y="5272083"/>
            <a:ext cx="1333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1312" y="4964726"/>
            <a:ext cx="831850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355" dirty="0">
                <a:latin typeface="Symbol"/>
                <a:cs typeface="Symbol"/>
              </a:rPr>
              <a:t></a:t>
            </a:r>
            <a:r>
              <a:rPr sz="3050" spc="28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30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P</a:t>
            </a:r>
            <a:r>
              <a:rPr sz="1900" i="1" spc="250" dirty="0">
                <a:latin typeface="Times New Roman"/>
                <a:cs typeface="Times New Roman"/>
              </a:rPr>
              <a:t> </a:t>
            </a:r>
            <a:r>
              <a:rPr sz="3050" spc="-415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485" y="5272083"/>
            <a:ext cx="8845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02895" algn="l"/>
                <a:tab pos="55181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0" dirty="0">
                <a:latin typeface="Symbol"/>
                <a:cs typeface="Symbol"/>
              </a:rPr>
              <a:t>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24553" y="5108192"/>
            <a:ext cx="127254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0" dirty="0">
                <a:latin typeface="Times New Roman"/>
                <a:cs typeface="Times New Roman"/>
              </a:rPr>
              <a:t> 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25" dirty="0">
                <a:latin typeface="Times New Roman"/>
                <a:cs typeface="Times New Roman"/>
              </a:rPr>
              <a:t>  </a:t>
            </a:r>
            <a:r>
              <a:rPr sz="1900" i="1" spc="-819" dirty="0"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0102" y="5108192"/>
            <a:ext cx="81280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45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Symbol"/>
                <a:cs typeface="Symbol"/>
              </a:rPr>
              <a:t></a:t>
            </a:r>
            <a:r>
              <a:rPr sz="1650" i="1" spc="67" baseline="42929" dirty="0">
                <a:latin typeface="Times New Roman"/>
                <a:cs typeface="Times New Roman"/>
              </a:rPr>
              <a:t>A</a:t>
            </a:r>
            <a:r>
              <a:rPr sz="1900" i="1" spc="4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53818" y="5044309"/>
            <a:ext cx="11112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7112" y="3394011"/>
            <a:ext cx="3691254" cy="535305"/>
          </a:xfrm>
          <a:custGeom>
            <a:avLst/>
            <a:gdLst/>
            <a:ahLst/>
            <a:cxnLst/>
            <a:rect l="l" t="t" r="r" b="b"/>
            <a:pathLst>
              <a:path w="3691254" h="535304">
                <a:moveTo>
                  <a:pt x="0" y="534987"/>
                </a:moveTo>
                <a:lnTo>
                  <a:pt x="3690874" y="534987"/>
                </a:lnTo>
                <a:lnTo>
                  <a:pt x="3690874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62037" y="5027612"/>
            <a:ext cx="3691254" cy="535305"/>
          </a:xfrm>
          <a:custGeom>
            <a:avLst/>
            <a:gdLst/>
            <a:ahLst/>
            <a:cxnLst/>
            <a:rect l="l" t="t" r="r" b="b"/>
            <a:pathLst>
              <a:path w="3691254" h="535304">
                <a:moveTo>
                  <a:pt x="0" y="534987"/>
                </a:moveTo>
                <a:lnTo>
                  <a:pt x="3690874" y="534987"/>
                </a:lnTo>
                <a:lnTo>
                  <a:pt x="3690874" y="0"/>
                </a:lnTo>
                <a:lnTo>
                  <a:pt x="0" y="0"/>
                </a:lnTo>
                <a:lnTo>
                  <a:pt x="0" y="53498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407218" y="3097485"/>
            <a:ext cx="97790" cy="146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i="1" spc="-50" dirty="0">
                <a:latin typeface="Times New Roman"/>
                <a:cs typeface="Times New Roman"/>
              </a:rPr>
              <a:t>Q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32144" y="2905918"/>
            <a:ext cx="2565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spc="35" dirty="0">
                <a:latin typeface="Times New Roman"/>
                <a:cs typeface="Times New Roman"/>
              </a:rPr>
              <a:t>B</a:t>
            </a:r>
            <a:r>
              <a:rPr sz="2025" i="1" spc="52" baseline="-24691" dirty="0">
                <a:latin typeface="Times New Roman"/>
                <a:cs typeface="Times New Roman"/>
              </a:rPr>
              <a:t>P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21625" y="3324161"/>
            <a:ext cx="200025" cy="268605"/>
          </a:xfrm>
          <a:custGeom>
            <a:avLst/>
            <a:gdLst/>
            <a:ahLst/>
            <a:cxnLst/>
            <a:rect l="l" t="t" r="r" b="b"/>
            <a:pathLst>
              <a:path w="200025" h="268604">
                <a:moveTo>
                  <a:pt x="200025" y="0"/>
                </a:moveTo>
                <a:lnTo>
                  <a:pt x="0" y="0"/>
                </a:lnTo>
                <a:lnTo>
                  <a:pt x="0" y="268287"/>
                </a:lnTo>
                <a:lnTo>
                  <a:pt x="200025" y="268287"/>
                </a:lnTo>
                <a:lnTo>
                  <a:pt x="2000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007225" cy="1080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17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2/6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From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previously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(matrix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form)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5156453"/>
            <a:ext cx="4710430" cy="5111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0" marR="5080" indent="-343535">
              <a:lnSpc>
                <a:spcPts val="1910"/>
              </a:lnSpc>
              <a:spcBef>
                <a:spcPts val="16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pre-</a:t>
            </a:r>
            <a:r>
              <a:rPr sz="1600" dirty="0">
                <a:latin typeface="Arial"/>
                <a:cs typeface="Arial"/>
              </a:rPr>
              <a:t>multiplying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sides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equation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by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reference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left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side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{</a:t>
            </a:r>
            <a:r>
              <a:rPr sz="1600" i="1" spc="-10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Arial"/>
                <a:cs typeface="Arial"/>
              </a:rPr>
              <a:t>+1}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3856" y="5156453"/>
            <a:ext cx="1789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,we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convert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6668" y="1909697"/>
            <a:ext cx="38290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813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9114" y="1909697"/>
            <a:ext cx="11683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9142" y="2081335"/>
            <a:ext cx="68643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82295" algn="l"/>
              </a:tabLst>
            </a:pPr>
            <a:r>
              <a:rPr sz="1100" i="1" spc="-20" dirty="0">
                <a:latin typeface="Times New Roman"/>
                <a:cs typeface="Times New Roman"/>
              </a:rPr>
              <a:t>BORG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3669" y="2081335"/>
            <a:ext cx="1333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910" y="2081335"/>
            <a:ext cx="13912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02895" algn="l"/>
                <a:tab pos="551815" algn="l"/>
                <a:tab pos="127000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0" dirty="0">
                <a:latin typeface="Symbol"/>
                <a:cs typeface="Symbol"/>
              </a:rPr>
              <a:t>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78" y="1773977"/>
            <a:ext cx="2226945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B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9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20" dirty="0">
                <a:latin typeface="Times New Roman"/>
                <a:cs typeface="Times New Roman"/>
              </a:rPr>
              <a:t>  </a:t>
            </a:r>
            <a:r>
              <a:rPr sz="3050" spc="-355" dirty="0">
                <a:latin typeface="Symbol"/>
                <a:cs typeface="Symbol"/>
              </a:rPr>
              <a:t></a:t>
            </a:r>
            <a:r>
              <a:rPr sz="3050" spc="31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33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P</a:t>
            </a:r>
            <a:r>
              <a:rPr sz="1900" i="1" spc="265" dirty="0">
                <a:latin typeface="Times New Roman"/>
                <a:cs typeface="Times New Roman"/>
              </a:rPr>
              <a:t> </a:t>
            </a:r>
            <a:r>
              <a:rPr sz="3050" spc="-405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6527" y="1917444"/>
            <a:ext cx="81280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A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45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Symbol"/>
                <a:cs typeface="Symbol"/>
              </a:rPr>
              <a:t></a:t>
            </a:r>
            <a:r>
              <a:rPr sz="1650" i="1" spc="67" baseline="42929" dirty="0">
                <a:latin typeface="Times New Roman"/>
                <a:cs typeface="Times New Roman"/>
              </a:rPr>
              <a:t>A</a:t>
            </a:r>
            <a:r>
              <a:rPr sz="1900" i="1" spc="4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0243" y="1853561"/>
            <a:ext cx="11112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8226" y="3953654"/>
            <a:ext cx="11753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-697" baseline="19005" dirty="0">
                <a:latin typeface="Symbol"/>
                <a:cs typeface="Symbol"/>
              </a:rPr>
              <a:t></a:t>
            </a:r>
            <a:r>
              <a:rPr sz="2850" spc="-697" baseline="-14619" dirty="0">
                <a:latin typeface="Symbol"/>
                <a:cs typeface="Symbol"/>
              </a:rPr>
              <a:t></a:t>
            </a:r>
            <a:r>
              <a:rPr sz="2850" spc="-30" baseline="-14619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1900" i="1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i="1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2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3626" y="3446924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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53626" y="3632132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53626" y="3240732"/>
            <a:ext cx="1460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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2569591"/>
            <a:ext cx="6684645" cy="9709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3535">
              <a:lnSpc>
                <a:spcPct val="1006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re-</a:t>
            </a:r>
            <a:r>
              <a:rPr sz="1600" dirty="0">
                <a:latin typeface="Arial"/>
                <a:cs typeface="Arial"/>
              </a:rPr>
              <a:t>assign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adjacent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b="1" i="1" dirty="0">
                <a:latin typeface="Times New Roman"/>
                <a:cs typeface="Times New Roman"/>
              </a:rPr>
              <a:t>i</a:t>
            </a:r>
            <a:r>
              <a:rPr sz="1600" b="1" i="1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i</a:t>
            </a:r>
            <a:r>
              <a:rPr sz="1600" b="1" i="1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+1)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velocity </a:t>
            </a:r>
            <a:r>
              <a:rPr sz="1600" dirty="0">
                <a:latin typeface="Arial"/>
                <a:cs typeface="Arial"/>
              </a:rPr>
              <a:t>computed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robot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{0}</a:t>
            </a:r>
            <a:endParaRPr sz="1600">
              <a:latin typeface="Arial"/>
              <a:cs typeface="Arial"/>
            </a:endParaRPr>
          </a:p>
          <a:p>
            <a:pPr marL="1346200" algn="ctr">
              <a:lnSpc>
                <a:spcPct val="100000"/>
              </a:lnSpc>
              <a:spcBef>
                <a:spcPts val="1310"/>
              </a:spcBef>
            </a:pP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900" i="1" spc="-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3932" y="3587703"/>
            <a:ext cx="58928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900" i="1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68736" y="4573330"/>
            <a:ext cx="71945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38150" algn="l"/>
                <a:tab pos="66421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9067" y="4573330"/>
            <a:ext cx="31305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781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9383" y="4743070"/>
            <a:ext cx="26670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5285" algn="l"/>
                <a:tab pos="580390" algn="l"/>
                <a:tab pos="1197610" algn="l"/>
                <a:tab pos="1827530" algn="l"/>
                <a:tab pos="2052955" algn="l"/>
                <a:tab pos="245427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0" dirty="0">
                <a:latin typeface="Symbol"/>
                <a:cs typeface="Symbol"/>
              </a:rPr>
              <a:t>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2895" y="4580995"/>
            <a:ext cx="102108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V</a:t>
            </a:r>
            <a:r>
              <a:rPr sz="1900" i="1" spc="-2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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42397" y="4472011"/>
            <a:ext cx="28511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100" spc="-25" dirty="0">
                <a:latin typeface="Times New Roman"/>
                <a:cs typeface="Times New Roman"/>
              </a:rPr>
              <a:t>0</a:t>
            </a:r>
            <a:r>
              <a:rPr sz="2850" i="1" spc="-37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48414" y="4438636"/>
            <a:ext cx="1336675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529590" algn="l"/>
                <a:tab pos="1225550" algn="l"/>
              </a:tabLst>
            </a:pPr>
            <a:r>
              <a:rPr sz="1900" spc="-20" dirty="0">
                <a:latin typeface="Symbol"/>
                <a:cs typeface="Symbol"/>
              </a:rPr>
              <a:t></a:t>
            </a:r>
            <a:r>
              <a:rPr sz="1650" spc="-30" baseline="42929" dirty="0">
                <a:latin typeface="Times New Roman"/>
                <a:cs typeface="Times New Roman"/>
              </a:rPr>
              <a:t>0</a:t>
            </a:r>
            <a:r>
              <a:rPr sz="1900" i="1" spc="-20" dirty="0">
                <a:latin typeface="Times New Roman"/>
                <a:cs typeface="Times New Roman"/>
              </a:rPr>
              <a:t>R</a:t>
            </a:r>
            <a:r>
              <a:rPr sz="2850" spc="-30" baseline="14619" dirty="0">
                <a:latin typeface="Arial"/>
                <a:cs typeface="Arial"/>
              </a:rPr>
              <a:t>˙</a:t>
            </a:r>
            <a:r>
              <a:rPr sz="2850" baseline="14619" dirty="0">
                <a:latin typeface="Arial"/>
                <a:cs typeface="Arial"/>
              </a:rPr>
              <a:t>	</a:t>
            </a:r>
            <a:r>
              <a:rPr sz="3000" spc="-340" dirty="0">
                <a:latin typeface="Symbol"/>
                <a:cs typeface="Symbol"/>
              </a:rPr>
              <a:t>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P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3000" spc="-580" dirty="0">
                <a:latin typeface="Symbol"/>
                <a:cs typeface="Symbol"/>
              </a:rPr>
              <a:t>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01728" y="5315028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80508" y="5040760"/>
            <a:ext cx="429259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R</a:t>
            </a:r>
            <a:endParaRPr sz="2850" baseline="-24853">
              <a:latin typeface="Times New Roman"/>
              <a:cs typeface="Times New Roma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250744" y="1997760"/>
            <a:ext cx="546100" cy="187325"/>
            <a:chOff x="2250744" y="1997760"/>
            <a:chExt cx="546100" cy="187325"/>
          </a:xfrm>
        </p:grpSpPr>
        <p:sp>
          <p:nvSpPr>
            <p:cNvPr id="29" name="object 29"/>
            <p:cNvSpPr/>
            <p:nvPr/>
          </p:nvSpPr>
          <p:spPr>
            <a:xfrm>
              <a:off x="2260345" y="2087880"/>
              <a:ext cx="477520" cy="14604"/>
            </a:xfrm>
            <a:custGeom>
              <a:avLst/>
              <a:gdLst/>
              <a:ahLst/>
              <a:cxnLst/>
              <a:rect l="l" t="t" r="r" b="b"/>
              <a:pathLst>
                <a:path w="477519" h="14605">
                  <a:moveTo>
                    <a:pt x="0" y="14605"/>
                  </a:moveTo>
                  <a:lnTo>
                    <a:pt x="11045" y="13555"/>
                  </a:lnTo>
                  <a:lnTo>
                    <a:pt x="21875" y="13350"/>
                  </a:lnTo>
                  <a:lnTo>
                    <a:pt x="32754" y="13551"/>
                  </a:lnTo>
                  <a:lnTo>
                    <a:pt x="43942" y="13716"/>
                  </a:lnTo>
                  <a:lnTo>
                    <a:pt x="84470" y="13525"/>
                  </a:lnTo>
                  <a:lnTo>
                    <a:pt x="124714" y="12192"/>
                  </a:lnTo>
                  <a:lnTo>
                    <a:pt x="182800" y="8842"/>
                  </a:lnTo>
                  <a:lnTo>
                    <a:pt x="240792" y="4825"/>
                  </a:lnTo>
                  <a:lnTo>
                    <a:pt x="270519" y="2982"/>
                  </a:lnTo>
                  <a:lnTo>
                    <a:pt x="300307" y="1508"/>
                  </a:lnTo>
                  <a:lnTo>
                    <a:pt x="330213" y="486"/>
                  </a:lnTo>
                  <a:lnTo>
                    <a:pt x="360299" y="0"/>
                  </a:lnTo>
                  <a:lnTo>
                    <a:pt x="384778" y="79"/>
                  </a:lnTo>
                  <a:lnTo>
                    <a:pt x="409257" y="730"/>
                  </a:lnTo>
                  <a:lnTo>
                    <a:pt x="433736" y="2000"/>
                  </a:lnTo>
                  <a:lnTo>
                    <a:pt x="458216" y="3937"/>
                  </a:lnTo>
                  <a:lnTo>
                    <a:pt x="463609" y="4562"/>
                  </a:lnTo>
                  <a:lnTo>
                    <a:pt x="472027" y="5508"/>
                  </a:lnTo>
                  <a:lnTo>
                    <a:pt x="477254" y="5383"/>
                  </a:lnTo>
                  <a:lnTo>
                    <a:pt x="473075" y="2794"/>
                  </a:lnTo>
                  <a:lnTo>
                    <a:pt x="467614" y="1778"/>
                  </a:lnTo>
                  <a:lnTo>
                    <a:pt x="465836" y="1778"/>
                  </a:lnTo>
                  <a:lnTo>
                    <a:pt x="462153" y="635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7144" y="1997760"/>
              <a:ext cx="139413" cy="187223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7303007" y="3710685"/>
            <a:ext cx="10795" cy="12700"/>
          </a:xfrm>
          <a:custGeom>
            <a:avLst/>
            <a:gdLst/>
            <a:ahLst/>
            <a:cxnLst/>
            <a:rect l="l" t="t" r="r" b="b"/>
            <a:pathLst>
              <a:path w="10795" h="12700">
                <a:moveTo>
                  <a:pt x="10668" y="12191"/>
                </a:moveTo>
                <a:lnTo>
                  <a:pt x="4318" y="6603"/>
                </a:lnTo>
                <a:lnTo>
                  <a:pt x="2413" y="4825"/>
                </a:lnTo>
                <a:lnTo>
                  <a:pt x="0" y="0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2700705" y="4679881"/>
            <a:ext cx="436880" cy="159385"/>
            <a:chOff x="2700705" y="4679881"/>
            <a:chExt cx="436880" cy="159385"/>
          </a:xfrm>
        </p:grpSpPr>
        <p:sp>
          <p:nvSpPr>
            <p:cNvPr id="33" name="object 33"/>
            <p:cNvSpPr/>
            <p:nvPr/>
          </p:nvSpPr>
          <p:spPr>
            <a:xfrm>
              <a:off x="2710307" y="4751832"/>
              <a:ext cx="328295" cy="15240"/>
            </a:xfrm>
            <a:custGeom>
              <a:avLst/>
              <a:gdLst/>
              <a:ahLst/>
              <a:cxnLst/>
              <a:rect l="l" t="t" r="r" b="b"/>
              <a:pathLst>
                <a:path w="328294" h="15239">
                  <a:moveTo>
                    <a:pt x="0" y="11303"/>
                  </a:moveTo>
                  <a:lnTo>
                    <a:pt x="7619" y="11557"/>
                  </a:lnTo>
                  <a:lnTo>
                    <a:pt x="5206" y="11557"/>
                  </a:lnTo>
                  <a:lnTo>
                    <a:pt x="12445" y="12827"/>
                  </a:lnTo>
                  <a:lnTo>
                    <a:pt x="20927" y="13801"/>
                  </a:lnTo>
                  <a:lnTo>
                    <a:pt x="29432" y="14430"/>
                  </a:lnTo>
                  <a:lnTo>
                    <a:pt x="37984" y="14702"/>
                  </a:lnTo>
                  <a:lnTo>
                    <a:pt x="46609" y="14605"/>
                  </a:lnTo>
                  <a:lnTo>
                    <a:pt x="59392" y="14089"/>
                  </a:lnTo>
                  <a:lnTo>
                    <a:pt x="72199" y="13525"/>
                  </a:lnTo>
                  <a:lnTo>
                    <a:pt x="85006" y="12961"/>
                  </a:lnTo>
                  <a:lnTo>
                    <a:pt x="97790" y="12446"/>
                  </a:lnTo>
                  <a:lnTo>
                    <a:pt x="122779" y="11330"/>
                  </a:lnTo>
                  <a:lnTo>
                    <a:pt x="147780" y="9906"/>
                  </a:lnTo>
                  <a:lnTo>
                    <a:pt x="172710" y="8481"/>
                  </a:lnTo>
                  <a:lnTo>
                    <a:pt x="197485" y="7366"/>
                  </a:lnTo>
                  <a:lnTo>
                    <a:pt x="221634" y="6314"/>
                  </a:lnTo>
                  <a:lnTo>
                    <a:pt x="245713" y="5048"/>
                  </a:lnTo>
                  <a:lnTo>
                    <a:pt x="269744" y="3544"/>
                  </a:lnTo>
                  <a:lnTo>
                    <a:pt x="293750" y="1778"/>
                  </a:lnTo>
                  <a:lnTo>
                    <a:pt x="302428" y="1321"/>
                  </a:lnTo>
                  <a:lnTo>
                    <a:pt x="310975" y="793"/>
                  </a:lnTo>
                  <a:lnTo>
                    <a:pt x="319450" y="313"/>
                  </a:lnTo>
                  <a:lnTo>
                    <a:pt x="327913" y="0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3280" y="4679881"/>
              <a:ext cx="153822" cy="15927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2818942" y="4232960"/>
            <a:ext cx="527050" cy="328930"/>
            <a:chOff x="2818942" y="4232960"/>
            <a:chExt cx="527050" cy="328930"/>
          </a:xfrm>
        </p:grpSpPr>
        <p:sp>
          <p:nvSpPr>
            <p:cNvPr id="36" name="object 36"/>
            <p:cNvSpPr/>
            <p:nvPr/>
          </p:nvSpPr>
          <p:spPr>
            <a:xfrm>
              <a:off x="2828544" y="4242561"/>
              <a:ext cx="445134" cy="287655"/>
            </a:xfrm>
            <a:custGeom>
              <a:avLst/>
              <a:gdLst/>
              <a:ahLst/>
              <a:cxnLst/>
              <a:rect l="l" t="t" r="r" b="b"/>
              <a:pathLst>
                <a:path w="445135" h="287654">
                  <a:moveTo>
                    <a:pt x="7366" y="10921"/>
                  </a:moveTo>
                  <a:lnTo>
                    <a:pt x="5206" y="7619"/>
                  </a:lnTo>
                  <a:lnTo>
                    <a:pt x="2793" y="3301"/>
                  </a:lnTo>
                  <a:lnTo>
                    <a:pt x="0" y="0"/>
                  </a:lnTo>
                  <a:lnTo>
                    <a:pt x="7874" y="2412"/>
                  </a:lnTo>
                  <a:lnTo>
                    <a:pt x="14986" y="4190"/>
                  </a:lnTo>
                  <a:lnTo>
                    <a:pt x="22606" y="6985"/>
                  </a:lnTo>
                  <a:lnTo>
                    <a:pt x="45208" y="16728"/>
                  </a:lnTo>
                  <a:lnTo>
                    <a:pt x="67405" y="27304"/>
                  </a:lnTo>
                  <a:lnTo>
                    <a:pt x="89364" y="38167"/>
                  </a:lnTo>
                  <a:lnTo>
                    <a:pt x="111251" y="48768"/>
                  </a:lnTo>
                  <a:lnTo>
                    <a:pt x="156295" y="69560"/>
                  </a:lnTo>
                  <a:lnTo>
                    <a:pt x="200136" y="91662"/>
                  </a:lnTo>
                  <a:lnTo>
                    <a:pt x="242429" y="116383"/>
                  </a:lnTo>
                  <a:lnTo>
                    <a:pt x="282829" y="145033"/>
                  </a:lnTo>
                  <a:lnTo>
                    <a:pt x="317654" y="174509"/>
                  </a:lnTo>
                  <a:lnTo>
                    <a:pt x="351313" y="205390"/>
                  </a:lnTo>
                  <a:lnTo>
                    <a:pt x="384734" y="236509"/>
                  </a:lnTo>
                  <a:lnTo>
                    <a:pt x="418845" y="266700"/>
                  </a:lnTo>
                  <a:lnTo>
                    <a:pt x="423477" y="271123"/>
                  </a:lnTo>
                  <a:lnTo>
                    <a:pt x="428847" y="276558"/>
                  </a:lnTo>
                  <a:lnTo>
                    <a:pt x="434455" y="281541"/>
                  </a:lnTo>
                  <a:lnTo>
                    <a:pt x="439801" y="284606"/>
                  </a:lnTo>
                  <a:lnTo>
                    <a:pt x="443738" y="287019"/>
                  </a:lnTo>
                  <a:lnTo>
                    <a:pt x="445007" y="287400"/>
                  </a:lnTo>
                  <a:lnTo>
                    <a:pt x="444372" y="281939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4824" y="4401108"/>
              <a:ext cx="200812" cy="16068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2386761" y="4038396"/>
            <a:ext cx="360045" cy="308610"/>
            <a:chOff x="2386761" y="4038396"/>
            <a:chExt cx="360045" cy="308610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6761" y="4038396"/>
              <a:ext cx="284632" cy="29504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717546" y="4280662"/>
              <a:ext cx="19685" cy="56515"/>
            </a:xfrm>
            <a:custGeom>
              <a:avLst/>
              <a:gdLst/>
              <a:ahLst/>
              <a:cxnLst/>
              <a:rect l="l" t="t" r="r" b="b"/>
              <a:pathLst>
                <a:path w="19685" h="56514">
                  <a:moveTo>
                    <a:pt x="0" y="16129"/>
                  </a:moveTo>
                  <a:lnTo>
                    <a:pt x="3429" y="10032"/>
                  </a:lnTo>
                  <a:lnTo>
                    <a:pt x="6096" y="3937"/>
                  </a:lnTo>
                  <a:lnTo>
                    <a:pt x="11049" y="0"/>
                  </a:lnTo>
                  <a:lnTo>
                    <a:pt x="19558" y="3048"/>
                  </a:lnTo>
                  <a:lnTo>
                    <a:pt x="18668" y="9398"/>
                  </a:lnTo>
                  <a:lnTo>
                    <a:pt x="18923" y="19176"/>
                  </a:lnTo>
                  <a:lnTo>
                    <a:pt x="18617" y="28688"/>
                  </a:lnTo>
                  <a:lnTo>
                    <a:pt x="17049" y="38020"/>
                  </a:lnTo>
                  <a:lnTo>
                    <a:pt x="14672" y="47234"/>
                  </a:lnTo>
                  <a:lnTo>
                    <a:pt x="11937" y="56387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075651" y="3894251"/>
            <a:ext cx="217804" cy="198755"/>
            <a:chOff x="2075651" y="3894251"/>
            <a:chExt cx="217804" cy="198755"/>
          </a:xfrm>
        </p:grpSpPr>
        <p:sp>
          <p:nvSpPr>
            <p:cNvPr id="42" name="object 42"/>
            <p:cNvSpPr/>
            <p:nvPr/>
          </p:nvSpPr>
          <p:spPr>
            <a:xfrm>
              <a:off x="2085252" y="3903853"/>
              <a:ext cx="42545" cy="128905"/>
            </a:xfrm>
            <a:custGeom>
              <a:avLst/>
              <a:gdLst/>
              <a:ahLst/>
              <a:cxnLst/>
              <a:rect l="l" t="t" r="r" b="b"/>
              <a:pathLst>
                <a:path w="42544" h="128904">
                  <a:moveTo>
                    <a:pt x="8977" y="61849"/>
                  </a:moveTo>
                  <a:lnTo>
                    <a:pt x="7199" y="69215"/>
                  </a:lnTo>
                  <a:lnTo>
                    <a:pt x="6310" y="76581"/>
                  </a:lnTo>
                  <a:lnTo>
                    <a:pt x="4786" y="83185"/>
                  </a:lnTo>
                  <a:lnTo>
                    <a:pt x="2714" y="90668"/>
                  </a:lnTo>
                  <a:lnTo>
                    <a:pt x="976" y="98377"/>
                  </a:lnTo>
                  <a:lnTo>
                    <a:pt x="0" y="106205"/>
                  </a:lnTo>
                  <a:lnTo>
                    <a:pt x="214" y="114046"/>
                  </a:lnTo>
                  <a:lnTo>
                    <a:pt x="1357" y="122555"/>
                  </a:lnTo>
                  <a:lnTo>
                    <a:pt x="5040" y="128397"/>
                  </a:lnTo>
                  <a:lnTo>
                    <a:pt x="13549" y="123444"/>
                  </a:lnTo>
                  <a:lnTo>
                    <a:pt x="15073" y="122555"/>
                  </a:lnTo>
                  <a:lnTo>
                    <a:pt x="16597" y="121666"/>
                  </a:lnTo>
                  <a:lnTo>
                    <a:pt x="18121" y="120396"/>
                  </a:lnTo>
                </a:path>
                <a:path w="42544" h="128904">
                  <a:moveTo>
                    <a:pt x="34885" y="0"/>
                  </a:moveTo>
                  <a:lnTo>
                    <a:pt x="38568" y="889"/>
                  </a:lnTo>
                  <a:lnTo>
                    <a:pt x="40092" y="1524"/>
                  </a:lnTo>
                  <a:lnTo>
                    <a:pt x="42505" y="3429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1844" y="3978960"/>
              <a:ext cx="131597" cy="113690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3313834" y="4947792"/>
            <a:ext cx="452755" cy="98425"/>
          </a:xfrm>
          <a:custGeom>
            <a:avLst/>
            <a:gdLst/>
            <a:ahLst/>
            <a:cxnLst/>
            <a:rect l="l" t="t" r="r" b="b"/>
            <a:pathLst>
              <a:path w="452754" h="98425">
                <a:moveTo>
                  <a:pt x="230" y="3428"/>
                </a:moveTo>
                <a:lnTo>
                  <a:pt x="611" y="2158"/>
                </a:lnTo>
                <a:lnTo>
                  <a:pt x="1119" y="1269"/>
                </a:lnTo>
                <a:lnTo>
                  <a:pt x="1500" y="0"/>
                </a:lnTo>
                <a:lnTo>
                  <a:pt x="1500" y="6730"/>
                </a:lnTo>
                <a:lnTo>
                  <a:pt x="1754" y="13715"/>
                </a:lnTo>
                <a:lnTo>
                  <a:pt x="1500" y="20446"/>
                </a:lnTo>
                <a:lnTo>
                  <a:pt x="1015" y="27914"/>
                </a:lnTo>
                <a:lnTo>
                  <a:pt x="388" y="35512"/>
                </a:lnTo>
                <a:lnTo>
                  <a:pt x="0" y="43039"/>
                </a:lnTo>
                <a:lnTo>
                  <a:pt x="230" y="50291"/>
                </a:lnTo>
                <a:lnTo>
                  <a:pt x="865" y="57657"/>
                </a:lnTo>
                <a:lnTo>
                  <a:pt x="2135" y="65531"/>
                </a:lnTo>
                <a:lnTo>
                  <a:pt x="3659" y="72516"/>
                </a:lnTo>
              </a:path>
              <a:path w="452754" h="98425">
                <a:moveTo>
                  <a:pt x="6072" y="63118"/>
                </a:moveTo>
                <a:lnTo>
                  <a:pt x="12168" y="64007"/>
                </a:lnTo>
                <a:lnTo>
                  <a:pt x="18518" y="65277"/>
                </a:lnTo>
                <a:lnTo>
                  <a:pt x="24360" y="65277"/>
                </a:lnTo>
                <a:lnTo>
                  <a:pt x="32615" y="65531"/>
                </a:lnTo>
                <a:lnTo>
                  <a:pt x="40743" y="65531"/>
                </a:lnTo>
                <a:lnTo>
                  <a:pt x="49379" y="66166"/>
                </a:lnTo>
                <a:lnTo>
                  <a:pt x="88737" y="68671"/>
                </a:lnTo>
                <a:lnTo>
                  <a:pt x="97639" y="69183"/>
                </a:lnTo>
                <a:lnTo>
                  <a:pt x="106541" y="69647"/>
                </a:lnTo>
                <a:lnTo>
                  <a:pt x="115419" y="69849"/>
                </a:lnTo>
                <a:lnTo>
                  <a:pt x="126083" y="70199"/>
                </a:lnTo>
                <a:lnTo>
                  <a:pt x="136628" y="70738"/>
                </a:lnTo>
                <a:lnTo>
                  <a:pt x="147173" y="71278"/>
                </a:lnTo>
                <a:lnTo>
                  <a:pt x="157837" y="71627"/>
                </a:lnTo>
                <a:lnTo>
                  <a:pt x="196111" y="73548"/>
                </a:lnTo>
                <a:lnTo>
                  <a:pt x="234672" y="75945"/>
                </a:lnTo>
                <a:lnTo>
                  <a:pt x="254769" y="77420"/>
                </a:lnTo>
                <a:lnTo>
                  <a:pt x="274867" y="78787"/>
                </a:lnTo>
                <a:lnTo>
                  <a:pt x="294965" y="80321"/>
                </a:lnTo>
                <a:lnTo>
                  <a:pt x="315063" y="82295"/>
                </a:lnTo>
                <a:lnTo>
                  <a:pt x="345842" y="87532"/>
                </a:lnTo>
                <a:lnTo>
                  <a:pt x="377944" y="94091"/>
                </a:lnTo>
                <a:lnTo>
                  <a:pt x="410164" y="97958"/>
                </a:lnTo>
                <a:lnTo>
                  <a:pt x="441301" y="95122"/>
                </a:lnTo>
                <a:lnTo>
                  <a:pt x="451080" y="92709"/>
                </a:lnTo>
                <a:lnTo>
                  <a:pt x="448921" y="92709"/>
                </a:lnTo>
                <a:lnTo>
                  <a:pt x="449810" y="83819"/>
                </a:lnTo>
                <a:lnTo>
                  <a:pt x="450699" y="78993"/>
                </a:lnTo>
                <a:lnTo>
                  <a:pt x="449810" y="73151"/>
                </a:lnTo>
                <a:lnTo>
                  <a:pt x="449810" y="68325"/>
                </a:lnTo>
                <a:lnTo>
                  <a:pt x="450191" y="57911"/>
                </a:lnTo>
                <a:lnTo>
                  <a:pt x="452223" y="51815"/>
                </a:lnTo>
                <a:lnTo>
                  <a:pt x="444984" y="45719"/>
                </a:lnTo>
                <a:lnTo>
                  <a:pt x="443460" y="46100"/>
                </a:lnTo>
                <a:lnTo>
                  <a:pt x="442190" y="46354"/>
                </a:lnTo>
                <a:lnTo>
                  <a:pt x="440666" y="46354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12053" y="5484621"/>
            <a:ext cx="381000" cy="79375"/>
          </a:xfrm>
          <a:custGeom>
            <a:avLst/>
            <a:gdLst/>
            <a:ahLst/>
            <a:cxnLst/>
            <a:rect l="l" t="t" r="r" b="b"/>
            <a:pathLst>
              <a:path w="381000" h="79375">
                <a:moveTo>
                  <a:pt x="0" y="0"/>
                </a:moveTo>
                <a:lnTo>
                  <a:pt x="1143" y="7619"/>
                </a:lnTo>
                <a:lnTo>
                  <a:pt x="1524" y="15239"/>
                </a:lnTo>
                <a:lnTo>
                  <a:pt x="2032" y="22859"/>
                </a:lnTo>
                <a:lnTo>
                  <a:pt x="2667" y="28574"/>
                </a:lnTo>
                <a:lnTo>
                  <a:pt x="2032" y="34035"/>
                </a:lnTo>
                <a:lnTo>
                  <a:pt x="3048" y="39623"/>
                </a:lnTo>
                <a:lnTo>
                  <a:pt x="4191" y="45973"/>
                </a:lnTo>
                <a:lnTo>
                  <a:pt x="6350" y="50291"/>
                </a:lnTo>
                <a:lnTo>
                  <a:pt x="10033" y="55371"/>
                </a:lnTo>
              </a:path>
              <a:path w="381000" h="79375">
                <a:moveTo>
                  <a:pt x="6096" y="62991"/>
                </a:moveTo>
                <a:lnTo>
                  <a:pt x="11811" y="61467"/>
                </a:lnTo>
                <a:lnTo>
                  <a:pt x="14224" y="60324"/>
                </a:lnTo>
                <a:lnTo>
                  <a:pt x="21336" y="60324"/>
                </a:lnTo>
                <a:lnTo>
                  <a:pt x="27686" y="59943"/>
                </a:lnTo>
                <a:lnTo>
                  <a:pt x="33528" y="60324"/>
                </a:lnTo>
                <a:lnTo>
                  <a:pt x="39878" y="59943"/>
                </a:lnTo>
                <a:lnTo>
                  <a:pt x="45720" y="59689"/>
                </a:lnTo>
                <a:lnTo>
                  <a:pt x="51435" y="59435"/>
                </a:lnTo>
                <a:lnTo>
                  <a:pt x="57531" y="59435"/>
                </a:lnTo>
                <a:lnTo>
                  <a:pt x="65532" y="59689"/>
                </a:lnTo>
                <a:lnTo>
                  <a:pt x="73406" y="59689"/>
                </a:lnTo>
                <a:lnTo>
                  <a:pt x="81280" y="59943"/>
                </a:lnTo>
                <a:lnTo>
                  <a:pt x="89796" y="60257"/>
                </a:lnTo>
                <a:lnTo>
                  <a:pt x="98361" y="60547"/>
                </a:lnTo>
                <a:lnTo>
                  <a:pt x="106926" y="60694"/>
                </a:lnTo>
                <a:lnTo>
                  <a:pt x="115443" y="60578"/>
                </a:lnTo>
                <a:lnTo>
                  <a:pt x="134774" y="60555"/>
                </a:lnTo>
                <a:lnTo>
                  <a:pt x="153987" y="61150"/>
                </a:lnTo>
                <a:lnTo>
                  <a:pt x="173200" y="61936"/>
                </a:lnTo>
                <a:lnTo>
                  <a:pt x="192532" y="62483"/>
                </a:lnTo>
                <a:lnTo>
                  <a:pt x="235204" y="65531"/>
                </a:lnTo>
                <a:lnTo>
                  <a:pt x="242824" y="66420"/>
                </a:lnTo>
                <a:lnTo>
                  <a:pt x="250190" y="67055"/>
                </a:lnTo>
                <a:lnTo>
                  <a:pt x="257810" y="67944"/>
                </a:lnTo>
                <a:lnTo>
                  <a:pt x="265430" y="68833"/>
                </a:lnTo>
                <a:lnTo>
                  <a:pt x="273050" y="69087"/>
                </a:lnTo>
                <a:lnTo>
                  <a:pt x="281559" y="69722"/>
                </a:lnTo>
                <a:lnTo>
                  <a:pt x="289813" y="68833"/>
                </a:lnTo>
                <a:lnTo>
                  <a:pt x="298069" y="69087"/>
                </a:lnTo>
                <a:lnTo>
                  <a:pt x="304419" y="69722"/>
                </a:lnTo>
                <a:lnTo>
                  <a:pt x="310515" y="70103"/>
                </a:lnTo>
                <a:lnTo>
                  <a:pt x="316611" y="71246"/>
                </a:lnTo>
                <a:lnTo>
                  <a:pt x="322453" y="71881"/>
                </a:lnTo>
                <a:lnTo>
                  <a:pt x="327913" y="73659"/>
                </a:lnTo>
                <a:lnTo>
                  <a:pt x="333756" y="74294"/>
                </a:lnTo>
                <a:lnTo>
                  <a:pt x="338328" y="74929"/>
                </a:lnTo>
                <a:lnTo>
                  <a:pt x="343154" y="75183"/>
                </a:lnTo>
                <a:lnTo>
                  <a:pt x="347980" y="75183"/>
                </a:lnTo>
                <a:lnTo>
                  <a:pt x="355895" y="75813"/>
                </a:lnTo>
                <a:lnTo>
                  <a:pt x="363680" y="76692"/>
                </a:lnTo>
                <a:lnTo>
                  <a:pt x="371393" y="77737"/>
                </a:lnTo>
                <a:lnTo>
                  <a:pt x="379095" y="78866"/>
                </a:lnTo>
                <a:lnTo>
                  <a:pt x="379984" y="73405"/>
                </a:lnTo>
                <a:lnTo>
                  <a:pt x="380619" y="68833"/>
                </a:lnTo>
                <a:lnTo>
                  <a:pt x="380365" y="62737"/>
                </a:lnTo>
                <a:lnTo>
                  <a:pt x="380365" y="57276"/>
                </a:lnTo>
                <a:lnTo>
                  <a:pt x="379095" y="51815"/>
                </a:lnTo>
                <a:lnTo>
                  <a:pt x="378841" y="46227"/>
                </a:lnTo>
                <a:lnTo>
                  <a:pt x="378206" y="41655"/>
                </a:lnTo>
                <a:lnTo>
                  <a:pt x="376047" y="34035"/>
                </a:lnTo>
                <a:lnTo>
                  <a:pt x="377317" y="30098"/>
                </a:lnTo>
                <a:lnTo>
                  <a:pt x="376936" y="25526"/>
                </a:lnTo>
                <a:lnTo>
                  <a:pt x="376682" y="24002"/>
                </a:lnTo>
                <a:lnTo>
                  <a:pt x="380365" y="28320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3/6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278506"/>
            <a:ext cx="2049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Which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simplifies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3962" y="1770430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8600" y="1770430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0860" y="1770430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8246" y="1599990"/>
            <a:ext cx="6381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6235" algn="l"/>
                <a:tab pos="58293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9620" y="1770430"/>
            <a:ext cx="6356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6390" algn="l"/>
                <a:tab pos="58039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8454" y="1599990"/>
            <a:ext cx="44513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623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3829" y="1599990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3008" y="1770430"/>
            <a:ext cx="17576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4820" algn="l"/>
                <a:tab pos="720725" algn="l"/>
                <a:tab pos="924560" algn="l"/>
                <a:tab pos="15443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4271" y="1607686"/>
            <a:ext cx="171005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9090" algn="l"/>
                <a:tab pos="1108710" algn="l"/>
              </a:tabLst>
            </a:pP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8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V</a:t>
            </a:r>
            <a:r>
              <a:rPr sz="1900" i="1" spc="-3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8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4090" y="1464740"/>
            <a:ext cx="79756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200" algn="l"/>
              </a:tabLst>
            </a:pPr>
            <a:r>
              <a:rPr sz="3050" spc="-345" dirty="0">
                <a:latin typeface="Symbol"/>
                <a:cs typeface="Symbol"/>
              </a:rPr>
              <a:t></a:t>
            </a:r>
            <a:r>
              <a:rPr sz="3050" spc="-10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2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P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3050" spc="-585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07602" y="1498253"/>
            <a:ext cx="6642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92328" y="1498253"/>
            <a:ext cx="10718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958215" algn="l"/>
              </a:tabLst>
            </a:pPr>
            <a:r>
              <a:rPr sz="2850" spc="-15" baseline="-24853" dirty="0">
                <a:latin typeface="Symbol"/>
                <a:cs typeface="Symbol"/>
              </a:rPr>
              <a:t></a:t>
            </a: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2850" spc="-15" baseline="-10233" dirty="0">
                <a:latin typeface="Arial"/>
                <a:cs typeface="Arial"/>
              </a:rPr>
              <a:t>˙</a:t>
            </a:r>
            <a:r>
              <a:rPr sz="2850" baseline="-10233" dirty="0">
                <a:latin typeface="Arial"/>
                <a:cs typeface="Arial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5188" y="3119805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19085" y="3119805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19397" y="2949365"/>
            <a:ext cx="4095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33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0182" y="3119805"/>
            <a:ext cx="9683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2425" algn="l"/>
                <a:tab pos="75565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9077" y="2949365"/>
            <a:ext cx="4457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687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4619" y="2949365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3441" y="3119805"/>
            <a:ext cx="17576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5455" algn="l"/>
                <a:tab pos="721360" algn="l"/>
                <a:tab pos="924560" algn="l"/>
                <a:tab pos="15443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05114" y="2957061"/>
            <a:ext cx="148145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9090" algn="l"/>
                <a:tab pos="1108710" algn="l"/>
              </a:tabLst>
            </a:pP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8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V</a:t>
            </a:r>
            <a:r>
              <a:rPr sz="1900" i="1" spc="-30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4405" y="2814116"/>
            <a:ext cx="79756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3050" spc="-345" dirty="0">
                <a:latin typeface="Symbol"/>
                <a:cs typeface="Symbol"/>
              </a:rPr>
              <a:t></a:t>
            </a:r>
            <a:r>
              <a:rPr sz="3050" spc="-9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2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P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3050" spc="-585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8098" y="2847628"/>
            <a:ext cx="6642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3248" y="2847628"/>
            <a:ext cx="10718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957580" algn="l"/>
              </a:tabLst>
            </a:pPr>
            <a:r>
              <a:rPr sz="2850" spc="-15" baseline="-24853" dirty="0">
                <a:latin typeface="Symbol"/>
                <a:cs typeface="Symbol"/>
              </a:rPr>
              <a:t></a:t>
            </a: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2850" spc="-15" baseline="-10233" dirty="0">
                <a:latin typeface="Arial"/>
                <a:cs typeface="Arial"/>
              </a:rPr>
              <a:t>˙</a:t>
            </a:r>
            <a:r>
              <a:rPr sz="2850" baseline="-10233" dirty="0">
                <a:latin typeface="Arial"/>
                <a:cs typeface="Arial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11926" y="1557337"/>
            <a:ext cx="1030605" cy="427355"/>
          </a:xfrm>
          <a:custGeom>
            <a:avLst/>
            <a:gdLst/>
            <a:ahLst/>
            <a:cxnLst/>
            <a:rect l="l" t="t" r="r" b="b"/>
            <a:pathLst>
              <a:path w="1030604" h="427355">
                <a:moveTo>
                  <a:pt x="0" y="427037"/>
                </a:moveTo>
                <a:lnTo>
                  <a:pt x="1030287" y="427037"/>
                </a:lnTo>
                <a:lnTo>
                  <a:pt x="1030287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07125" y="2914713"/>
            <a:ext cx="787400" cy="427355"/>
          </a:xfrm>
          <a:custGeom>
            <a:avLst/>
            <a:gdLst/>
            <a:ahLst/>
            <a:cxnLst/>
            <a:rect l="l" t="t" r="r" b="b"/>
            <a:pathLst>
              <a:path w="787400" h="427354">
                <a:moveTo>
                  <a:pt x="0" y="427037"/>
                </a:moveTo>
                <a:lnTo>
                  <a:pt x="787400" y="427037"/>
                </a:lnTo>
                <a:lnTo>
                  <a:pt x="787400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535734" y="3865577"/>
            <a:ext cx="66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9140" y="3701679"/>
            <a:ext cx="558546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35"/>
              </a:spcBef>
              <a:buChar char="•"/>
              <a:tabLst>
                <a:tab pos="381000" algn="l"/>
              </a:tabLst>
            </a:pPr>
            <a:r>
              <a:rPr sz="2400" baseline="1736" dirty="0">
                <a:latin typeface="Arial"/>
                <a:cs typeface="Arial"/>
              </a:rPr>
              <a:t>Factoring</a:t>
            </a:r>
            <a:r>
              <a:rPr sz="2400" spc="-7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out</a:t>
            </a:r>
            <a:r>
              <a:rPr sz="2400" spc="735" baseline="1736" dirty="0">
                <a:latin typeface="Arial"/>
                <a:cs typeface="Arial"/>
              </a:rPr>
              <a:t> </a:t>
            </a:r>
            <a:r>
              <a:rPr sz="1650" i="1" baseline="42929" dirty="0">
                <a:latin typeface="Times New Roman"/>
                <a:cs typeface="Times New Roman"/>
              </a:rPr>
              <a:t>i</a:t>
            </a:r>
            <a:r>
              <a:rPr sz="1650" baseline="42929" dirty="0">
                <a:latin typeface="Symbol"/>
                <a:cs typeface="Symbol"/>
              </a:rPr>
              <a:t></a:t>
            </a:r>
            <a:r>
              <a:rPr sz="1650" baseline="42929" dirty="0">
                <a:latin typeface="Times New Roman"/>
                <a:cs typeface="Times New Roman"/>
              </a:rPr>
              <a:t>1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275" dirty="0">
                <a:latin typeface="Times New Roman"/>
                <a:cs typeface="Times New Roman"/>
              </a:rPr>
              <a:t> </a:t>
            </a:r>
            <a:r>
              <a:rPr sz="2400" baseline="1736" dirty="0">
                <a:latin typeface="Arial"/>
                <a:cs typeface="Arial"/>
              </a:rPr>
              <a:t>from</a:t>
            </a:r>
            <a:r>
              <a:rPr sz="2400" spc="15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the left side</a:t>
            </a:r>
            <a:r>
              <a:rPr sz="2400" spc="-30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of the</a:t>
            </a:r>
            <a:r>
              <a:rPr sz="2400" spc="-7" baseline="1736" dirty="0">
                <a:latin typeface="Arial"/>
                <a:cs typeface="Arial"/>
              </a:rPr>
              <a:t> </a:t>
            </a:r>
            <a:r>
              <a:rPr sz="2400" baseline="1736" dirty="0">
                <a:latin typeface="Arial"/>
                <a:cs typeface="Arial"/>
              </a:rPr>
              <a:t>first two</a:t>
            </a:r>
            <a:r>
              <a:rPr sz="2400" spc="15" baseline="1736" dirty="0">
                <a:latin typeface="Arial"/>
                <a:cs typeface="Arial"/>
              </a:rPr>
              <a:t> </a:t>
            </a:r>
            <a:r>
              <a:rPr sz="2400" spc="-15" baseline="1736" dirty="0">
                <a:latin typeface="Arial"/>
                <a:cs typeface="Arial"/>
              </a:rPr>
              <a:t>terms</a:t>
            </a:r>
            <a:endParaRPr sz="2400" baseline="1736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4937" y="4727879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04087" y="4727879"/>
            <a:ext cx="225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79974" y="4557439"/>
            <a:ext cx="4095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33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00671" y="4727879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86068" y="4557439"/>
            <a:ext cx="304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653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79584" y="4727879"/>
            <a:ext cx="8845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4015" algn="l"/>
                <a:tab pos="82931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36414" y="4557439"/>
            <a:ext cx="5429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768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79478" y="4727879"/>
            <a:ext cx="14757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90220" algn="l"/>
                <a:tab pos="800100" algn="l"/>
                <a:tab pos="1072515" algn="l"/>
                <a:tab pos="127635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35138" y="4565136"/>
            <a:ext cx="7124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9725" algn="l"/>
              </a:tabLst>
            </a:pPr>
            <a:r>
              <a:rPr sz="1900" spc="2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09032" y="4455702"/>
            <a:ext cx="87058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608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Times New Roman"/>
                <a:cs typeface="Times New Roman"/>
              </a:rPr>
              <a:t>0</a:t>
            </a:r>
            <a:r>
              <a:rPr sz="2850" i="1" spc="82" baseline="-24853" dirty="0">
                <a:latin typeface="Times New Roman"/>
                <a:cs typeface="Times New Roman"/>
              </a:rPr>
              <a:t>R</a:t>
            </a:r>
            <a:r>
              <a:rPr sz="1100" i="1" spc="55" dirty="0">
                <a:latin typeface="Times New Roman"/>
                <a:cs typeface="Times New Roman"/>
              </a:rPr>
              <a:t>i</a:t>
            </a:r>
            <a:r>
              <a:rPr sz="2850" i="1" spc="82" baseline="-24853" dirty="0">
                <a:latin typeface="Times New Roman"/>
                <a:cs typeface="Times New Roman"/>
              </a:rPr>
              <a:t>P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4768" y="4422190"/>
            <a:ext cx="257810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090" algn="l"/>
                <a:tab pos="1812289" algn="l"/>
              </a:tabLst>
            </a:pP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3050" dirty="0">
                <a:latin typeface="Symbol"/>
                <a:cs typeface="Symbol"/>
              </a:rPr>
              <a:t>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R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70" dirty="0">
                <a:latin typeface="Symbol"/>
                <a:cs typeface="Symbol"/>
              </a:rPr>
              <a:t>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8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 </a:t>
            </a:r>
            <a:r>
              <a:rPr sz="3050" spc="-590" dirty="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83912" y="4455702"/>
            <a:ext cx="6642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53575" y="4501708"/>
            <a:ext cx="11176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871976" y="2914713"/>
            <a:ext cx="2218055" cy="427355"/>
          </a:xfrm>
          <a:custGeom>
            <a:avLst/>
            <a:gdLst/>
            <a:ahLst/>
            <a:cxnLst/>
            <a:rect l="l" t="t" r="r" b="b"/>
            <a:pathLst>
              <a:path w="2218054" h="427354">
                <a:moveTo>
                  <a:pt x="0" y="427037"/>
                </a:moveTo>
                <a:lnTo>
                  <a:pt x="2217674" y="427037"/>
                </a:lnTo>
                <a:lnTo>
                  <a:pt x="2217674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048125" y="4524311"/>
            <a:ext cx="2435225" cy="427355"/>
          </a:xfrm>
          <a:custGeom>
            <a:avLst/>
            <a:gdLst/>
            <a:ahLst/>
            <a:cxnLst/>
            <a:rect l="l" t="t" r="r" b="b"/>
            <a:pathLst>
              <a:path w="2435225" h="427354">
                <a:moveTo>
                  <a:pt x="0" y="427037"/>
                </a:moveTo>
                <a:lnTo>
                  <a:pt x="2435225" y="427037"/>
                </a:lnTo>
                <a:lnTo>
                  <a:pt x="2435225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2249" y="1354632"/>
            <a:ext cx="98164" cy="220582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3854830" y="1376807"/>
            <a:ext cx="57150" cy="177800"/>
          </a:xfrm>
          <a:custGeom>
            <a:avLst/>
            <a:gdLst/>
            <a:ahLst/>
            <a:cxnLst/>
            <a:rect l="l" t="t" r="r" b="b"/>
            <a:pathLst>
              <a:path w="57150" h="177800">
                <a:moveTo>
                  <a:pt x="30480" y="0"/>
                </a:moveTo>
                <a:lnTo>
                  <a:pt x="30097" y="8260"/>
                </a:lnTo>
                <a:lnTo>
                  <a:pt x="29225" y="16652"/>
                </a:lnTo>
                <a:lnTo>
                  <a:pt x="28283" y="25163"/>
                </a:lnTo>
                <a:lnTo>
                  <a:pt x="27686" y="33781"/>
                </a:lnTo>
                <a:lnTo>
                  <a:pt x="27543" y="47861"/>
                </a:lnTo>
                <a:lnTo>
                  <a:pt x="27495" y="62023"/>
                </a:lnTo>
                <a:lnTo>
                  <a:pt x="27543" y="76162"/>
                </a:lnTo>
                <a:lnTo>
                  <a:pt x="27686" y="90169"/>
                </a:lnTo>
                <a:lnTo>
                  <a:pt x="28414" y="102447"/>
                </a:lnTo>
                <a:lnTo>
                  <a:pt x="29511" y="114569"/>
                </a:lnTo>
                <a:lnTo>
                  <a:pt x="30775" y="126620"/>
                </a:lnTo>
                <a:lnTo>
                  <a:pt x="32004" y="138683"/>
                </a:lnTo>
                <a:lnTo>
                  <a:pt x="32720" y="145478"/>
                </a:lnTo>
                <a:lnTo>
                  <a:pt x="33448" y="152177"/>
                </a:lnTo>
                <a:lnTo>
                  <a:pt x="34057" y="158829"/>
                </a:lnTo>
                <a:lnTo>
                  <a:pt x="34417" y="165480"/>
                </a:lnTo>
                <a:lnTo>
                  <a:pt x="34417" y="166750"/>
                </a:lnTo>
                <a:lnTo>
                  <a:pt x="34417" y="168275"/>
                </a:lnTo>
                <a:lnTo>
                  <a:pt x="34417" y="169417"/>
                </a:lnTo>
              </a:path>
              <a:path w="57150" h="177800">
                <a:moveTo>
                  <a:pt x="19812" y="177418"/>
                </a:moveTo>
                <a:lnTo>
                  <a:pt x="22225" y="171830"/>
                </a:lnTo>
                <a:lnTo>
                  <a:pt x="25908" y="167004"/>
                </a:lnTo>
                <a:lnTo>
                  <a:pt x="30734" y="163321"/>
                </a:lnTo>
                <a:lnTo>
                  <a:pt x="35306" y="159638"/>
                </a:lnTo>
                <a:lnTo>
                  <a:pt x="42037" y="155447"/>
                </a:lnTo>
                <a:lnTo>
                  <a:pt x="48133" y="154558"/>
                </a:lnTo>
                <a:lnTo>
                  <a:pt x="54864" y="153288"/>
                </a:lnTo>
                <a:lnTo>
                  <a:pt x="55118" y="156971"/>
                </a:lnTo>
                <a:lnTo>
                  <a:pt x="57023" y="161543"/>
                </a:lnTo>
                <a:lnTo>
                  <a:pt x="51181" y="166750"/>
                </a:lnTo>
                <a:lnTo>
                  <a:pt x="47879" y="168275"/>
                </a:lnTo>
                <a:lnTo>
                  <a:pt x="39624" y="167004"/>
                </a:lnTo>
                <a:lnTo>
                  <a:pt x="32932" y="165447"/>
                </a:lnTo>
                <a:lnTo>
                  <a:pt x="3302" y="150240"/>
                </a:lnTo>
                <a:lnTo>
                  <a:pt x="0" y="154558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66334" y="1411589"/>
            <a:ext cx="66040" cy="149225"/>
          </a:xfrm>
          <a:custGeom>
            <a:avLst/>
            <a:gdLst/>
            <a:ahLst/>
            <a:cxnLst/>
            <a:rect l="l" t="t" r="r" b="b"/>
            <a:pathLst>
              <a:path w="66039" h="149225">
                <a:moveTo>
                  <a:pt x="32003" y="4206"/>
                </a:moveTo>
                <a:lnTo>
                  <a:pt x="30634" y="0"/>
                </a:lnTo>
                <a:lnTo>
                  <a:pt x="30099" y="6080"/>
                </a:lnTo>
                <a:lnTo>
                  <a:pt x="30039" y="15636"/>
                </a:lnTo>
                <a:lnTo>
                  <a:pt x="30099" y="21859"/>
                </a:lnTo>
                <a:lnTo>
                  <a:pt x="29950" y="35325"/>
                </a:lnTo>
                <a:lnTo>
                  <a:pt x="29575" y="48720"/>
                </a:lnTo>
                <a:lnTo>
                  <a:pt x="29081" y="62114"/>
                </a:lnTo>
                <a:lnTo>
                  <a:pt x="28575" y="75580"/>
                </a:lnTo>
                <a:lnTo>
                  <a:pt x="28267" y="88517"/>
                </a:lnTo>
                <a:lnTo>
                  <a:pt x="28209" y="101441"/>
                </a:lnTo>
                <a:lnTo>
                  <a:pt x="28271" y="114389"/>
                </a:lnTo>
                <a:lnTo>
                  <a:pt x="28320" y="127396"/>
                </a:lnTo>
                <a:lnTo>
                  <a:pt x="28575" y="135016"/>
                </a:lnTo>
                <a:lnTo>
                  <a:pt x="28575" y="141366"/>
                </a:lnTo>
                <a:lnTo>
                  <a:pt x="29463" y="148986"/>
                </a:lnTo>
              </a:path>
              <a:path w="66039" h="149225">
                <a:moveTo>
                  <a:pt x="27939" y="144668"/>
                </a:moveTo>
                <a:lnTo>
                  <a:pt x="29844" y="135524"/>
                </a:lnTo>
                <a:lnTo>
                  <a:pt x="34670" y="132476"/>
                </a:lnTo>
                <a:lnTo>
                  <a:pt x="43814" y="129809"/>
                </a:lnTo>
                <a:lnTo>
                  <a:pt x="48387" y="128539"/>
                </a:lnTo>
                <a:lnTo>
                  <a:pt x="57530" y="128920"/>
                </a:lnTo>
                <a:lnTo>
                  <a:pt x="61467" y="131333"/>
                </a:lnTo>
                <a:lnTo>
                  <a:pt x="62991" y="132476"/>
                </a:lnTo>
                <a:lnTo>
                  <a:pt x="64515" y="133746"/>
                </a:lnTo>
                <a:lnTo>
                  <a:pt x="66039" y="135016"/>
                </a:lnTo>
                <a:lnTo>
                  <a:pt x="62991" y="142890"/>
                </a:lnTo>
                <a:lnTo>
                  <a:pt x="59054" y="146573"/>
                </a:lnTo>
                <a:lnTo>
                  <a:pt x="49656" y="147462"/>
                </a:lnTo>
                <a:lnTo>
                  <a:pt x="42046" y="147663"/>
                </a:lnTo>
                <a:lnTo>
                  <a:pt x="34972" y="146589"/>
                </a:lnTo>
                <a:lnTo>
                  <a:pt x="28065" y="144587"/>
                </a:lnTo>
                <a:lnTo>
                  <a:pt x="20954" y="142001"/>
                </a:lnTo>
                <a:lnTo>
                  <a:pt x="13715" y="138953"/>
                </a:lnTo>
                <a:lnTo>
                  <a:pt x="6985" y="135905"/>
                </a:lnTo>
                <a:lnTo>
                  <a:pt x="0" y="132857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79820" y="1326330"/>
            <a:ext cx="116205" cy="163195"/>
          </a:xfrm>
          <a:custGeom>
            <a:avLst/>
            <a:gdLst/>
            <a:ahLst/>
            <a:cxnLst/>
            <a:rect l="l" t="t" r="r" b="b"/>
            <a:pathLst>
              <a:path w="116204" h="163194">
                <a:moveTo>
                  <a:pt x="43941" y="1708"/>
                </a:moveTo>
                <a:lnTo>
                  <a:pt x="42392" y="0"/>
                </a:lnTo>
                <a:lnTo>
                  <a:pt x="42592" y="3851"/>
                </a:lnTo>
                <a:lnTo>
                  <a:pt x="43531" y="9584"/>
                </a:lnTo>
                <a:lnTo>
                  <a:pt x="44195" y="13519"/>
                </a:lnTo>
                <a:lnTo>
                  <a:pt x="45247" y="23550"/>
                </a:lnTo>
                <a:lnTo>
                  <a:pt x="45942" y="33474"/>
                </a:lnTo>
                <a:lnTo>
                  <a:pt x="46589" y="43326"/>
                </a:lnTo>
                <a:lnTo>
                  <a:pt x="47497" y="53143"/>
                </a:lnTo>
                <a:lnTo>
                  <a:pt x="48777" y="65986"/>
                </a:lnTo>
                <a:lnTo>
                  <a:pt x="49736" y="78829"/>
                </a:lnTo>
                <a:lnTo>
                  <a:pt x="50337" y="91719"/>
                </a:lnTo>
                <a:lnTo>
                  <a:pt x="50545" y="104705"/>
                </a:lnTo>
                <a:lnTo>
                  <a:pt x="50526" y="115198"/>
                </a:lnTo>
                <a:lnTo>
                  <a:pt x="50577" y="125692"/>
                </a:lnTo>
                <a:lnTo>
                  <a:pt x="50867" y="136138"/>
                </a:lnTo>
                <a:lnTo>
                  <a:pt x="51562" y="146488"/>
                </a:lnTo>
                <a:lnTo>
                  <a:pt x="51815" y="149155"/>
                </a:lnTo>
                <a:lnTo>
                  <a:pt x="52069" y="151695"/>
                </a:lnTo>
                <a:lnTo>
                  <a:pt x="52069" y="154108"/>
                </a:lnTo>
              </a:path>
              <a:path w="116204" h="163194">
                <a:moveTo>
                  <a:pt x="53975" y="133915"/>
                </a:moveTo>
                <a:lnTo>
                  <a:pt x="60705" y="132772"/>
                </a:lnTo>
                <a:lnTo>
                  <a:pt x="64642" y="135820"/>
                </a:lnTo>
                <a:lnTo>
                  <a:pt x="71627" y="137979"/>
                </a:lnTo>
                <a:lnTo>
                  <a:pt x="77640" y="139896"/>
                </a:lnTo>
                <a:lnTo>
                  <a:pt x="85248" y="141884"/>
                </a:lnTo>
                <a:lnTo>
                  <a:pt x="92523" y="142301"/>
                </a:lnTo>
                <a:lnTo>
                  <a:pt x="97535" y="139503"/>
                </a:lnTo>
                <a:lnTo>
                  <a:pt x="100583" y="133661"/>
                </a:lnTo>
                <a:lnTo>
                  <a:pt x="101218" y="125152"/>
                </a:lnTo>
                <a:lnTo>
                  <a:pt x="103885" y="118675"/>
                </a:lnTo>
                <a:lnTo>
                  <a:pt x="106679" y="111690"/>
                </a:lnTo>
                <a:lnTo>
                  <a:pt x="110362" y="105594"/>
                </a:lnTo>
                <a:lnTo>
                  <a:pt x="114934" y="99498"/>
                </a:lnTo>
                <a:lnTo>
                  <a:pt x="116077" y="108007"/>
                </a:lnTo>
                <a:lnTo>
                  <a:pt x="114934" y="111690"/>
                </a:lnTo>
                <a:lnTo>
                  <a:pt x="111505" y="119945"/>
                </a:lnTo>
                <a:lnTo>
                  <a:pt x="108989" y="126236"/>
                </a:lnTo>
                <a:lnTo>
                  <a:pt x="82550" y="158680"/>
                </a:lnTo>
                <a:lnTo>
                  <a:pt x="75310" y="162617"/>
                </a:lnTo>
                <a:lnTo>
                  <a:pt x="39139" y="150328"/>
                </a:lnTo>
                <a:lnTo>
                  <a:pt x="32638" y="146107"/>
                </a:lnTo>
                <a:lnTo>
                  <a:pt x="26542" y="142482"/>
                </a:lnTo>
                <a:lnTo>
                  <a:pt x="20542" y="138820"/>
                </a:lnTo>
                <a:lnTo>
                  <a:pt x="14493" y="135088"/>
                </a:lnTo>
                <a:lnTo>
                  <a:pt x="8254" y="131248"/>
                </a:lnTo>
                <a:lnTo>
                  <a:pt x="4317" y="128835"/>
                </a:lnTo>
                <a:lnTo>
                  <a:pt x="2793" y="127819"/>
                </a:lnTo>
                <a:lnTo>
                  <a:pt x="0" y="126295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4/6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9194" y="2227605"/>
            <a:ext cx="586549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-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i+1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Arial"/>
                <a:cs typeface="Arial"/>
              </a:rPr>
              <a:t>}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{</a:t>
            </a:r>
            <a:r>
              <a:rPr sz="1600" i="1" spc="-20" dirty="0">
                <a:latin typeface="Times New Roman"/>
                <a:cs typeface="Times New Roman"/>
              </a:rPr>
              <a:t>i</a:t>
            </a:r>
            <a:r>
              <a:rPr sz="1600" i="1" spc="-20" dirty="0">
                <a:latin typeface="Arial"/>
                <a:cs typeface="Arial"/>
              </a:rPr>
              <a:t>+1</a:t>
            </a:r>
            <a:r>
              <a:rPr sz="1600" spc="-2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4999" y="1627041"/>
            <a:ext cx="4095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33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1093" y="1627041"/>
            <a:ext cx="304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653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01439" y="1627041"/>
            <a:ext cx="5429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768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9962" y="1797481"/>
            <a:ext cx="412496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7045" algn="l"/>
                <a:tab pos="964565" algn="l"/>
                <a:tab pos="1274445" algn="l"/>
                <a:tab pos="1546860" algn="l"/>
                <a:tab pos="1750695" algn="l"/>
                <a:tab pos="2287270" algn="l"/>
                <a:tab pos="2648585" algn="l"/>
                <a:tab pos="3103880" algn="l"/>
                <a:tab pos="3508375" algn="l"/>
                <a:tab pos="391160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7" y="1525304"/>
            <a:ext cx="87058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608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Times New Roman"/>
                <a:cs typeface="Times New Roman"/>
              </a:rPr>
              <a:t>0</a:t>
            </a:r>
            <a:r>
              <a:rPr sz="2850" i="1" spc="82" baseline="-24853" dirty="0">
                <a:latin typeface="Times New Roman"/>
                <a:cs typeface="Times New Roman"/>
              </a:rPr>
              <a:t>R</a:t>
            </a:r>
            <a:r>
              <a:rPr sz="1100" i="1" spc="55" dirty="0">
                <a:latin typeface="Times New Roman"/>
                <a:cs typeface="Times New Roman"/>
              </a:rPr>
              <a:t>i</a:t>
            </a:r>
            <a:r>
              <a:rPr sz="2850" i="1" spc="82" baseline="-24853" dirty="0">
                <a:latin typeface="Times New Roman"/>
                <a:cs typeface="Times New Roman"/>
              </a:rPr>
              <a:t>P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9793" y="1491791"/>
            <a:ext cx="325247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090" algn="l"/>
                <a:tab pos="1812289" algn="l"/>
                <a:tab pos="2879725" algn="l"/>
              </a:tabLst>
            </a:pP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3050" dirty="0">
                <a:latin typeface="Symbol"/>
                <a:cs typeface="Symbol"/>
              </a:rPr>
              <a:t>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R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70" dirty="0">
                <a:latin typeface="Symbol"/>
                <a:cs typeface="Symbol"/>
              </a:rPr>
              <a:t>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80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Symbol"/>
                <a:cs typeface="Symbol"/>
              </a:rPr>
              <a:t></a:t>
            </a:r>
            <a:r>
              <a:rPr sz="1900" spc="-25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-13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8937" y="1525304"/>
            <a:ext cx="6642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8600" y="1571310"/>
            <a:ext cx="11176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48451" y="1608137"/>
            <a:ext cx="787400" cy="427355"/>
          </a:xfrm>
          <a:custGeom>
            <a:avLst/>
            <a:gdLst/>
            <a:ahLst/>
            <a:cxnLst/>
            <a:rect l="l" t="t" r="r" b="b"/>
            <a:pathLst>
              <a:path w="787400" h="427355">
                <a:moveTo>
                  <a:pt x="0" y="427037"/>
                </a:moveTo>
                <a:lnTo>
                  <a:pt x="787400" y="427037"/>
                </a:lnTo>
                <a:lnTo>
                  <a:pt x="787400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91006" y="5382012"/>
            <a:ext cx="5651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6565" algn="l"/>
              </a:tabLst>
            </a:pPr>
            <a:r>
              <a:rPr sz="1950" spc="-50" dirty="0">
                <a:latin typeface="Symbol"/>
                <a:cs typeface="Symbol"/>
              </a:rPr>
              <a:t>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91006" y="5686487"/>
            <a:ext cx="5651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5110" algn="l"/>
              </a:tabLst>
            </a:pPr>
            <a:r>
              <a:rPr sz="1950" spc="-50" dirty="0">
                <a:latin typeface="Symbol"/>
                <a:cs typeface="Symbol"/>
              </a:rPr>
              <a:t>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20" baseline="2525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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2564" y="5414843"/>
            <a:ext cx="6445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497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840" y="3156330"/>
            <a:ext cx="7395845" cy="230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Assuming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DOF.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4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either</a:t>
            </a:r>
            <a:endParaRPr sz="16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revolute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(angular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prismatic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velocity).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600">
              <a:latin typeface="Arial"/>
              <a:cs typeface="Arial"/>
            </a:endParaRPr>
          </a:p>
          <a:p>
            <a:pPr marL="368300" marR="17780" indent="-343535">
              <a:lnSpc>
                <a:spcPct val="100000"/>
              </a:lnSpc>
              <a:buChar char="•"/>
              <a:tabLst>
                <a:tab pos="368300" algn="l"/>
              </a:tabLst>
            </a:pPr>
            <a:r>
              <a:rPr sz="1600" dirty="0">
                <a:latin typeface="Arial"/>
                <a:cs typeface="Arial"/>
              </a:rPr>
              <a:t>Based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 attachment convention</a:t>
            </a:r>
            <a:r>
              <a:rPr sz="1600" spc="40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which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 assign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4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Z</a:t>
            </a:r>
            <a:r>
              <a:rPr sz="1600" spc="42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axis </a:t>
            </a:r>
            <a:r>
              <a:rPr sz="1600" dirty="0">
                <a:latin typeface="Arial"/>
                <a:cs typeface="Arial"/>
              </a:rPr>
              <a:t>pointing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along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i+1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axis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two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coincide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translation</a:t>
            </a:r>
            <a:r>
              <a:rPr sz="16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3300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link</a:t>
            </a:r>
            <a:r>
              <a:rPr sz="16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preformed</a:t>
            </a:r>
            <a:r>
              <a:rPr sz="1600" spc="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only</a:t>
            </a:r>
            <a:r>
              <a:rPr sz="16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along</a:t>
            </a:r>
            <a:r>
              <a:rPr sz="16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its</a:t>
            </a:r>
            <a:r>
              <a:rPr sz="16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Z-</a:t>
            </a:r>
            <a:r>
              <a:rPr sz="1600" spc="-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axis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rewrite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0" dirty="0">
                <a:latin typeface="Arial"/>
                <a:cs typeface="Arial"/>
              </a:rPr>
              <a:t> follows:</a:t>
            </a:r>
            <a:endParaRPr sz="1600">
              <a:latin typeface="Arial"/>
              <a:cs typeface="Arial"/>
            </a:endParaRPr>
          </a:p>
          <a:p>
            <a:pPr marL="1047115" algn="ctr">
              <a:lnSpc>
                <a:spcPts val="2110"/>
              </a:lnSpc>
              <a:spcBef>
                <a:spcPts val="1465"/>
              </a:spcBef>
            </a:pPr>
            <a:r>
              <a:rPr sz="1950" dirty="0">
                <a:latin typeface="Symbol"/>
                <a:cs typeface="Symbol"/>
              </a:rPr>
              <a:t></a:t>
            </a:r>
            <a:r>
              <a:rPr sz="1950" spc="395" dirty="0">
                <a:latin typeface="Times New Roman"/>
                <a:cs typeface="Times New Roman"/>
              </a:rPr>
              <a:t> </a:t>
            </a:r>
            <a:r>
              <a:rPr sz="2925" baseline="5698" dirty="0">
                <a:latin typeface="Times New Roman"/>
                <a:cs typeface="Times New Roman"/>
              </a:rPr>
              <a:t>0</a:t>
            </a:r>
            <a:r>
              <a:rPr sz="2925" spc="569" baseline="5698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</a:t>
            </a:r>
            <a:endParaRPr sz="1950">
              <a:latin typeface="Symbol"/>
              <a:cs typeface="Symbol"/>
            </a:endParaRPr>
          </a:p>
          <a:p>
            <a:pPr marL="38100" algn="ctr">
              <a:lnSpc>
                <a:spcPts val="2110"/>
              </a:lnSpc>
              <a:tabLst>
                <a:tab pos="847090" algn="l"/>
              </a:tabLst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925" i="1" spc="-15" baseline="-24216" dirty="0">
                <a:latin typeface="Times New Roman"/>
                <a:cs typeface="Times New Roman"/>
              </a:rPr>
              <a:t>R</a:t>
            </a: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2925" i="1" spc="-15" baseline="-24216" dirty="0">
                <a:latin typeface="Times New Roman"/>
                <a:cs typeface="Times New Roman"/>
              </a:rPr>
              <a:t>V</a:t>
            </a:r>
            <a:r>
              <a:rPr sz="2925" i="1" baseline="-24216" dirty="0">
                <a:latin typeface="Times New Roman"/>
                <a:cs typeface="Times New Roman"/>
              </a:rPr>
              <a:t>	</a:t>
            </a:r>
            <a:r>
              <a:rPr sz="2925" baseline="-24216" dirty="0">
                <a:latin typeface="Symbol"/>
                <a:cs typeface="Symbol"/>
              </a:rPr>
              <a:t></a:t>
            </a:r>
            <a:r>
              <a:rPr sz="2925" spc="15" baseline="-24216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</a:t>
            </a:r>
            <a:r>
              <a:rPr sz="1950" spc="390" dirty="0">
                <a:latin typeface="Times New Roman"/>
                <a:cs typeface="Times New Roman"/>
              </a:rPr>
              <a:t> </a:t>
            </a:r>
            <a:r>
              <a:rPr sz="2925" baseline="-24216" dirty="0">
                <a:latin typeface="Times New Roman"/>
                <a:cs typeface="Times New Roman"/>
              </a:rPr>
              <a:t>0</a:t>
            </a:r>
            <a:r>
              <a:rPr sz="2925" spc="569" baseline="-24216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5606" y="5621459"/>
            <a:ext cx="6159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81965" algn="l"/>
              </a:tabLst>
            </a:pPr>
            <a:r>
              <a:rPr sz="1950" spc="-25" dirty="0">
                <a:latin typeface="Symbol"/>
                <a:cs typeface="Symbol"/>
              </a:rPr>
              <a:t></a:t>
            </a:r>
            <a:r>
              <a:rPr sz="1950" i="1" spc="-25" dirty="0">
                <a:latin typeface="Times New Roman"/>
                <a:cs typeface="Times New Roman"/>
              </a:rPr>
              <a:t>d</a:t>
            </a:r>
            <a:r>
              <a:rPr sz="2925" spc="-37" baseline="17094" dirty="0">
                <a:latin typeface="Arial"/>
                <a:cs typeface="Arial"/>
              </a:rPr>
              <a:t>˙</a:t>
            </a:r>
            <a:r>
              <a:rPr sz="2925" baseline="17094" dirty="0">
                <a:latin typeface="Arial"/>
                <a:cs typeface="Arial"/>
              </a:rPr>
              <a:t>	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3464" y="2405430"/>
            <a:ext cx="2247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0751" y="2405430"/>
            <a:ext cx="666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010" y="2133253"/>
            <a:ext cx="6426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spc="45" dirty="0">
                <a:latin typeface="Times New Roman"/>
                <a:cs typeface="Times New Roman"/>
              </a:rPr>
              <a:t>i</a:t>
            </a:r>
            <a:r>
              <a:rPr sz="1100" spc="45" dirty="0">
                <a:latin typeface="Symbol"/>
                <a:cs typeface="Symbol"/>
              </a:rPr>
              <a:t></a:t>
            </a:r>
            <a:r>
              <a:rPr sz="1100" spc="45" dirty="0">
                <a:latin typeface="Times New Roman"/>
                <a:cs typeface="Times New Roman"/>
              </a:rPr>
              <a:t>1</a:t>
            </a:r>
            <a:r>
              <a:rPr sz="2850" i="1" spc="67" baseline="-24853" dirty="0">
                <a:latin typeface="Times New Roman"/>
                <a:cs typeface="Times New Roman"/>
              </a:rPr>
              <a:t>R</a:t>
            </a:r>
            <a:r>
              <a:rPr sz="1100" i="1" spc="45" dirty="0">
                <a:latin typeface="Times New Roman"/>
                <a:cs typeface="Times New Roman"/>
              </a:rPr>
              <a:t>i</a:t>
            </a:r>
            <a:r>
              <a:rPr sz="2850" i="1" spc="67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980" y="589229"/>
            <a:ext cx="56381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5/6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5701" y="1889492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656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6844" y="1758423"/>
            <a:ext cx="16256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Symbol"/>
                <a:cs typeface="Symbol"/>
              </a:rPr>
              <a:t>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7086" y="1922343"/>
            <a:ext cx="984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0483" y="1614661"/>
            <a:ext cx="906780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spc="-110" dirty="0">
                <a:latin typeface="Symbol"/>
                <a:cs typeface="Symbol"/>
              </a:rPr>
              <a:t></a:t>
            </a:r>
            <a:r>
              <a:rPr sz="1900" spc="-110" dirty="0">
                <a:latin typeface="Symbol"/>
                <a:cs typeface="Symbol"/>
              </a:rPr>
              <a:t>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2850" spc="660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425" dirty="0">
                <a:latin typeface="Times New Roman"/>
                <a:cs typeface="Times New Roman"/>
              </a:rPr>
              <a:t> </a:t>
            </a:r>
            <a:r>
              <a:rPr sz="2850" spc="-75" baseline="24853" dirty="0">
                <a:latin typeface="Symbol"/>
                <a:cs typeface="Symbol"/>
              </a:rPr>
              <a:t></a:t>
            </a:r>
            <a:endParaRPr sz="2850" baseline="24853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5701" y="1411610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637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5701" y="2193967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5110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12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0862" y="1922343"/>
            <a:ext cx="53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8393" y="1750429"/>
            <a:ext cx="5416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768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1529" y="1922343"/>
            <a:ext cx="22599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9584" algn="l"/>
                <a:tab pos="799465" algn="l"/>
                <a:tab pos="1072515" algn="l"/>
                <a:tab pos="1276350" algn="l"/>
                <a:tab pos="1812289" algn="l"/>
                <a:tab pos="217360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Symbol"/>
                <a:cs typeface="Symbol"/>
              </a:rPr>
              <a:t>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5379" y="1648018"/>
            <a:ext cx="48704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2850" i="1" spc="-30" baseline="-24853" dirty="0">
                <a:latin typeface="Times New Roman"/>
                <a:cs typeface="Times New Roman"/>
              </a:rPr>
              <a:t>R</a:t>
            </a:r>
            <a:r>
              <a:rPr sz="1100" spc="-20" dirty="0">
                <a:latin typeface="Times New Roman"/>
                <a:cs typeface="Times New Roman"/>
              </a:rPr>
              <a:t>0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1380" y="1648018"/>
            <a:ext cx="86423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85445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0</a:t>
            </a:r>
            <a:r>
              <a:rPr sz="1100" spc="-150" dirty="0">
                <a:latin typeface="Times New Roman"/>
                <a:cs typeface="Times New Roman"/>
              </a:rPr>
              <a:t> </a:t>
            </a:r>
            <a:r>
              <a:rPr sz="2850" i="1" spc="37" baseline="-24853" dirty="0">
                <a:latin typeface="Times New Roman"/>
                <a:cs typeface="Times New Roman"/>
              </a:rPr>
              <a:t>R</a:t>
            </a:r>
            <a:r>
              <a:rPr sz="1100" i="1" spc="25" dirty="0">
                <a:latin typeface="Times New Roman"/>
                <a:cs typeface="Times New Roman"/>
              </a:rPr>
              <a:t>i</a:t>
            </a:r>
            <a:r>
              <a:rPr sz="2850" i="1" spc="37" baseline="-24853" dirty="0">
                <a:latin typeface="Times New Roman"/>
                <a:cs typeface="Times New Roman"/>
              </a:rPr>
              <a:t>P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16777" y="1614661"/>
            <a:ext cx="1071880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9090" algn="l"/>
              </a:tabLst>
            </a:pPr>
            <a:r>
              <a:rPr sz="1900" b="0" spc="-5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1900" b="0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3050" b="0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05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0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900" b="0" i="1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0" i="1" spc="-81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6080" y="1648018"/>
            <a:ext cx="65913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60301" y="2128939"/>
            <a:ext cx="6165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81965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i="1" spc="-25" dirty="0">
                <a:latin typeface="Times New Roman"/>
                <a:cs typeface="Times New Roman"/>
              </a:rPr>
              <a:t>d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75388" y="1693908"/>
            <a:ext cx="1085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70350" y="1731962"/>
            <a:ext cx="897255" cy="427355"/>
          </a:xfrm>
          <a:custGeom>
            <a:avLst/>
            <a:gdLst/>
            <a:ahLst/>
            <a:cxnLst/>
            <a:rect l="l" t="t" r="r" b="b"/>
            <a:pathLst>
              <a:path w="897254" h="427355">
                <a:moveTo>
                  <a:pt x="0" y="427037"/>
                </a:moveTo>
                <a:lnTo>
                  <a:pt x="896937" y="427037"/>
                </a:lnTo>
                <a:lnTo>
                  <a:pt x="896937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89787" y="3179616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73459" y="3350056"/>
            <a:ext cx="5035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48309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03575" y="3179616"/>
            <a:ext cx="673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98843" y="3172630"/>
            <a:ext cx="63881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Symbol"/>
                <a:cs typeface="Symbol"/>
              </a:rPr>
              <a:t>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2050" i="1" spc="-50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7865" y="3187313"/>
            <a:ext cx="14528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9085" algn="l"/>
              </a:tabLst>
            </a:pPr>
            <a:r>
              <a:rPr sz="1900" i="1" spc="15" dirty="0">
                <a:latin typeface="Times New Roman"/>
                <a:cs typeface="Times New Roman"/>
              </a:rPr>
              <a:t>R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70" dirty="0">
                <a:latin typeface="Symbol"/>
                <a:cs typeface="Symbol"/>
              </a:rPr>
              <a:t></a:t>
            </a:r>
            <a:r>
              <a:rPr sz="1900" spc="245" dirty="0">
                <a:latin typeface="Times New Roman"/>
                <a:cs typeface="Times New Roman"/>
              </a:rPr>
              <a:t> 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240" dirty="0">
                <a:latin typeface="Times New Roman"/>
                <a:cs typeface="Times New Roman"/>
              </a:rPr>
              <a:t> </a:t>
            </a:r>
            <a:r>
              <a:rPr sz="1900" spc="85" dirty="0">
                <a:latin typeface="Symbol"/>
                <a:cs typeface="Symbol"/>
              </a:rPr>
              <a:t>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Symbol"/>
                <a:cs typeface="Symbol"/>
              </a:rPr>
              <a:t>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0219" y="3350056"/>
            <a:ext cx="3194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0504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17056" y="3179616"/>
            <a:ext cx="8439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1140" algn="l"/>
                <a:tab pos="548640" algn="l"/>
                <a:tab pos="75501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T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08190" y="3350056"/>
            <a:ext cx="1009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3103" y="3350056"/>
            <a:ext cx="17100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5115" algn="l"/>
                <a:tab pos="488950" algn="l"/>
                <a:tab pos="1022350" algn="l"/>
                <a:tab pos="1278255" algn="l"/>
                <a:tab pos="1481455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55" dirty="0">
                <a:latin typeface="Symbol"/>
                <a:cs typeface="Symbol"/>
              </a:rPr>
              <a:t>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53587" y="3187313"/>
            <a:ext cx="92583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spc="150" baseline="42929" dirty="0">
                <a:latin typeface="Times New Roman"/>
                <a:cs typeface="Times New Roman"/>
              </a:rPr>
              <a:t>0</a:t>
            </a:r>
            <a:r>
              <a:rPr sz="1900" i="1" spc="100" dirty="0">
                <a:latin typeface="Times New Roman"/>
                <a:cs typeface="Times New Roman"/>
              </a:rPr>
              <a:t>R</a:t>
            </a:r>
            <a:r>
              <a:rPr sz="1900" spc="100" dirty="0">
                <a:latin typeface="Symbol"/>
                <a:cs typeface="Symbol"/>
              </a:rPr>
              <a:t>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650" i="1" spc="165" baseline="42929" dirty="0">
                <a:latin typeface="Times New Roman"/>
                <a:cs typeface="Times New Roman"/>
              </a:rPr>
              <a:t>i</a:t>
            </a:r>
            <a:r>
              <a:rPr sz="1900" i="1" spc="125" dirty="0">
                <a:latin typeface="Times New Roman"/>
                <a:cs typeface="Times New Roman"/>
              </a:rPr>
              <a:t>R</a:t>
            </a:r>
            <a:r>
              <a:rPr sz="1650" spc="37" baseline="42929" dirty="0">
                <a:latin typeface="Times New Roman"/>
                <a:cs typeface="Times New Roman"/>
              </a:rPr>
              <a:t>0</a:t>
            </a:r>
            <a:r>
              <a:rPr sz="1900" i="1" spc="-695" dirty="0">
                <a:latin typeface="Times New Roman"/>
                <a:cs typeface="Times New Roman"/>
              </a:rPr>
              <a:t>R</a:t>
            </a:r>
            <a:r>
              <a:rPr sz="2850" spc="142" baseline="14619" dirty="0">
                <a:latin typeface="Arial"/>
                <a:cs typeface="Arial"/>
              </a:rPr>
              <a:t>˙</a:t>
            </a:r>
            <a:endParaRPr sz="2850" baseline="14619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82679" y="3077879"/>
            <a:ext cx="50419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dirty="0">
                <a:latin typeface="Times New Roman"/>
                <a:cs typeface="Times New Roman"/>
              </a:rPr>
              <a:t>i</a:t>
            </a:r>
            <a:r>
              <a:rPr sz="1100" i="1" spc="-100" dirty="0">
                <a:latin typeface="Times New Roman"/>
                <a:cs typeface="Times New Roman"/>
              </a:rPr>
              <a:t> </a:t>
            </a:r>
            <a:r>
              <a:rPr sz="2850" i="1" spc="209" baseline="-24853" dirty="0">
                <a:latin typeface="Times New Roman"/>
                <a:cs typeface="Times New Roman"/>
              </a:rPr>
              <a:t>R</a:t>
            </a:r>
            <a:r>
              <a:rPr sz="1100" spc="40" dirty="0">
                <a:latin typeface="Times New Roman"/>
                <a:cs typeface="Times New Roman"/>
              </a:rPr>
              <a:t>0</a:t>
            </a:r>
            <a:r>
              <a:rPr sz="2850" i="1" spc="-1019" baseline="-24853" dirty="0">
                <a:latin typeface="Times New Roman"/>
                <a:cs typeface="Times New Roman"/>
              </a:rPr>
              <a:t>R</a:t>
            </a:r>
            <a:r>
              <a:rPr sz="2850" spc="165" baseline="-10233" dirty="0">
                <a:latin typeface="Arial"/>
                <a:cs typeface="Arial"/>
              </a:rPr>
              <a:t>˙</a:t>
            </a:r>
            <a:endParaRPr sz="2850" baseline="-1023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70400" y="3448050"/>
            <a:ext cx="1108075" cy="1250950"/>
          </a:xfrm>
          <a:custGeom>
            <a:avLst/>
            <a:gdLst/>
            <a:ahLst/>
            <a:cxnLst/>
            <a:rect l="l" t="t" r="r" b="b"/>
            <a:pathLst>
              <a:path w="1108075" h="1250950">
                <a:moveTo>
                  <a:pt x="0" y="299974"/>
                </a:moveTo>
                <a:lnTo>
                  <a:pt x="0" y="646049"/>
                </a:lnTo>
              </a:path>
              <a:path w="1108075" h="1250950">
                <a:moveTo>
                  <a:pt x="0" y="414400"/>
                </a:moveTo>
                <a:lnTo>
                  <a:pt x="377825" y="0"/>
                </a:lnTo>
              </a:path>
              <a:path w="1108075" h="1250950">
                <a:moveTo>
                  <a:pt x="369824" y="904875"/>
                </a:moveTo>
                <a:lnTo>
                  <a:pt x="369824" y="1250950"/>
                </a:lnTo>
              </a:path>
              <a:path w="1108075" h="1250950">
                <a:moveTo>
                  <a:pt x="369824" y="1019175"/>
                </a:moveTo>
                <a:lnTo>
                  <a:pt x="1108075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681097" y="3775964"/>
            <a:ext cx="1969770" cy="875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Multiply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Matrix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600">
              <a:latin typeface="Arial"/>
              <a:cs typeface="Arial"/>
            </a:endParaRPr>
          </a:p>
          <a:p>
            <a:pPr marL="1109345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732151" y="3148012"/>
            <a:ext cx="897255" cy="427355"/>
          </a:xfrm>
          <a:custGeom>
            <a:avLst/>
            <a:gdLst/>
            <a:ahLst/>
            <a:cxnLst/>
            <a:rect l="l" t="t" r="r" b="b"/>
            <a:pathLst>
              <a:path w="897254" h="427354">
                <a:moveTo>
                  <a:pt x="0" y="427037"/>
                </a:moveTo>
                <a:lnTo>
                  <a:pt x="896937" y="427037"/>
                </a:lnTo>
                <a:lnTo>
                  <a:pt x="896937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823577" y="5116880"/>
            <a:ext cx="4406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608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68839" y="4954137"/>
            <a:ext cx="88519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i</a:t>
            </a:r>
            <a:r>
              <a:rPr sz="1650" i="1" spc="-135" baseline="42929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baseline="42929" dirty="0">
                <a:latin typeface="Times New Roman"/>
                <a:cs typeface="Times New Roman"/>
              </a:rPr>
              <a:t>0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14" dirty="0">
                <a:latin typeface="Times New Roman"/>
                <a:cs typeface="Times New Roman"/>
              </a:rPr>
              <a:t> </a:t>
            </a:r>
            <a:r>
              <a:rPr sz="1900" spc="40" dirty="0">
                <a:latin typeface="Symbol"/>
                <a:cs typeface="Symbol"/>
              </a:rPr>
              <a:t></a:t>
            </a:r>
            <a:r>
              <a:rPr sz="1650" i="1" spc="60" baseline="42929" dirty="0">
                <a:latin typeface="Times New Roman"/>
                <a:cs typeface="Times New Roman"/>
              </a:rPr>
              <a:t>i</a:t>
            </a:r>
            <a:r>
              <a:rPr sz="1900" i="1" spc="40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48993" y="5116880"/>
            <a:ext cx="9969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56301" y="1724088"/>
            <a:ext cx="544830" cy="427355"/>
          </a:xfrm>
          <a:custGeom>
            <a:avLst/>
            <a:gdLst/>
            <a:ahLst/>
            <a:cxnLst/>
            <a:rect l="l" t="t" r="r" b="b"/>
            <a:pathLst>
              <a:path w="544829" h="427355">
                <a:moveTo>
                  <a:pt x="0" y="427037"/>
                </a:moveTo>
                <a:lnTo>
                  <a:pt x="544512" y="427037"/>
                </a:lnTo>
                <a:lnTo>
                  <a:pt x="544512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5335587" y="4911725"/>
            <a:ext cx="643255" cy="1085850"/>
            <a:chOff x="5335587" y="4911725"/>
            <a:chExt cx="643255" cy="1085850"/>
          </a:xfrm>
        </p:grpSpPr>
        <p:sp>
          <p:nvSpPr>
            <p:cNvPr id="38" name="object 38"/>
            <p:cNvSpPr/>
            <p:nvPr/>
          </p:nvSpPr>
          <p:spPr>
            <a:xfrm>
              <a:off x="5340350" y="4916487"/>
              <a:ext cx="544830" cy="427355"/>
            </a:xfrm>
            <a:custGeom>
              <a:avLst/>
              <a:gdLst/>
              <a:ahLst/>
              <a:cxnLst/>
              <a:rect l="l" t="t" r="r" b="b"/>
              <a:pathLst>
                <a:path w="544829" h="427354">
                  <a:moveTo>
                    <a:pt x="0" y="427037"/>
                  </a:moveTo>
                  <a:lnTo>
                    <a:pt x="544512" y="427037"/>
                  </a:lnTo>
                  <a:lnTo>
                    <a:pt x="544512" y="0"/>
                  </a:lnTo>
                  <a:lnTo>
                    <a:pt x="0" y="0"/>
                  </a:lnTo>
                  <a:lnTo>
                    <a:pt x="0" y="427037"/>
                  </a:lnTo>
                  <a:close/>
                </a:path>
              </a:pathLst>
            </a:custGeom>
            <a:ln w="952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79999" y="5210175"/>
              <a:ext cx="393700" cy="787400"/>
            </a:xfrm>
            <a:custGeom>
              <a:avLst/>
              <a:gdLst/>
              <a:ahLst/>
              <a:cxnLst/>
              <a:rect l="l" t="t" r="r" b="b"/>
              <a:pathLst>
                <a:path w="393700" h="787400">
                  <a:moveTo>
                    <a:pt x="0" y="441325"/>
                  </a:moveTo>
                  <a:lnTo>
                    <a:pt x="0" y="787400"/>
                  </a:lnTo>
                </a:path>
                <a:path w="393700" h="787400">
                  <a:moveTo>
                    <a:pt x="0" y="555625"/>
                  </a:moveTo>
                  <a:lnTo>
                    <a:pt x="3937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518152" y="5681268"/>
            <a:ext cx="872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80330" y="4817652"/>
            <a:ext cx="1526540" cy="469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ts val="2210"/>
              </a:lnSpc>
              <a:spcBef>
                <a:spcPts val="125"/>
              </a:spcBef>
              <a:tabLst>
                <a:tab pos="848994" algn="l"/>
              </a:tabLst>
            </a:pPr>
            <a:r>
              <a:rPr sz="1100" i="1" spc="-1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Symbol"/>
                <a:cs typeface="Symbol"/>
              </a:rPr>
              <a:t></a:t>
            </a:r>
            <a:r>
              <a:rPr sz="1100" spc="-10" dirty="0">
                <a:latin typeface="Times New Roman"/>
                <a:cs typeface="Times New Roman"/>
              </a:rPr>
              <a:t>1</a:t>
            </a:r>
            <a:r>
              <a:rPr sz="2850" i="1" spc="-15" baseline="-24853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0</a:t>
            </a:r>
            <a:r>
              <a:rPr sz="2850" i="1" spc="-15" baseline="-24853" dirty="0">
                <a:latin typeface="Times New Roman"/>
                <a:cs typeface="Times New Roman"/>
              </a:rPr>
              <a:t>V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2850" spc="-30" baseline="-24853" dirty="0">
                <a:latin typeface="Symbol"/>
                <a:cs typeface="Symbol"/>
              </a:rPr>
              <a:t></a:t>
            </a: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  <a:p>
            <a:pPr marL="158750">
              <a:lnSpc>
                <a:spcPts val="1250"/>
              </a:lnSpc>
              <a:tabLst>
                <a:tab pos="633095" algn="l"/>
                <a:tab pos="1288415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295713" y="4903851"/>
            <a:ext cx="884555" cy="1071880"/>
            <a:chOff x="3295713" y="4903851"/>
            <a:chExt cx="884555" cy="1071880"/>
          </a:xfrm>
        </p:grpSpPr>
        <p:sp>
          <p:nvSpPr>
            <p:cNvPr id="43" name="object 43"/>
            <p:cNvSpPr/>
            <p:nvPr/>
          </p:nvSpPr>
          <p:spPr>
            <a:xfrm>
              <a:off x="3300476" y="4908613"/>
              <a:ext cx="803275" cy="427355"/>
            </a:xfrm>
            <a:custGeom>
              <a:avLst/>
              <a:gdLst/>
              <a:ahLst/>
              <a:cxnLst/>
              <a:rect l="l" t="t" r="r" b="b"/>
              <a:pathLst>
                <a:path w="803275" h="427354">
                  <a:moveTo>
                    <a:pt x="0" y="427037"/>
                  </a:moveTo>
                  <a:lnTo>
                    <a:pt x="803275" y="427037"/>
                  </a:lnTo>
                  <a:lnTo>
                    <a:pt x="803275" y="0"/>
                  </a:lnTo>
                  <a:lnTo>
                    <a:pt x="0" y="0"/>
                  </a:lnTo>
                  <a:lnTo>
                    <a:pt x="0" y="427037"/>
                  </a:lnTo>
                  <a:close/>
                </a:path>
              </a:pathLst>
            </a:custGeom>
            <a:ln w="952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06749" y="5186426"/>
              <a:ext cx="468630" cy="789305"/>
            </a:xfrm>
            <a:custGeom>
              <a:avLst/>
              <a:gdLst/>
              <a:ahLst/>
              <a:cxnLst/>
              <a:rect l="l" t="t" r="r" b="b"/>
              <a:pathLst>
                <a:path w="468629" h="789304">
                  <a:moveTo>
                    <a:pt x="0" y="442849"/>
                  </a:moveTo>
                  <a:lnTo>
                    <a:pt x="0" y="788924"/>
                  </a:lnTo>
                </a:path>
                <a:path w="468629" h="789304">
                  <a:moveTo>
                    <a:pt x="0" y="557149"/>
                  </a:moveTo>
                  <a:lnTo>
                    <a:pt x="4683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673350" y="1752663"/>
            <a:ext cx="878205" cy="427355"/>
          </a:xfrm>
          <a:custGeom>
            <a:avLst/>
            <a:gdLst/>
            <a:ahLst/>
            <a:cxnLst/>
            <a:rect l="l" t="t" r="r" b="b"/>
            <a:pathLst>
              <a:path w="878204" h="427355">
                <a:moveTo>
                  <a:pt x="0" y="427037"/>
                </a:moveTo>
                <a:lnTo>
                  <a:pt x="877887" y="427037"/>
                </a:lnTo>
                <a:lnTo>
                  <a:pt x="877887" y="0"/>
                </a:lnTo>
                <a:lnTo>
                  <a:pt x="0" y="0"/>
                </a:lnTo>
                <a:lnTo>
                  <a:pt x="0" y="427037"/>
                </a:lnTo>
                <a:close/>
              </a:path>
            </a:pathLst>
          </a:custGeom>
          <a:ln w="9525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644520" y="5659018"/>
            <a:ext cx="872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Adjacent</a:t>
            </a:r>
            <a:r>
              <a:rPr spc="-30" dirty="0"/>
              <a:t> </a:t>
            </a:r>
            <a:r>
              <a:rPr dirty="0"/>
              <a:t>Links</a:t>
            </a:r>
            <a:r>
              <a:rPr spc="-1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Velocity</a:t>
            </a:r>
            <a:r>
              <a:rPr spc="-35" dirty="0"/>
              <a:t> </a:t>
            </a:r>
            <a:r>
              <a:rPr spc="-25" dirty="0"/>
              <a:t>6/6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3628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result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recursive</a:t>
            </a:r>
            <a:r>
              <a:rPr sz="1600" b="1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equation</a:t>
            </a:r>
            <a:r>
              <a:rPr sz="1600" b="1" i="1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that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shows</a:t>
            </a:r>
            <a:r>
              <a:rPr sz="1600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linear</a:t>
            </a:r>
            <a:r>
              <a:rPr sz="1600" u="none" spc="-4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velocity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one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link</a:t>
            </a:r>
            <a:r>
              <a:rPr sz="1600" u="none" spc="-40" dirty="0">
                <a:latin typeface="Arial"/>
                <a:cs typeface="Arial"/>
              </a:rPr>
              <a:t> </a:t>
            </a:r>
            <a:r>
              <a:rPr sz="1600" u="none" spc="-25" dirty="0">
                <a:latin typeface="Arial"/>
                <a:cs typeface="Arial"/>
              </a:rPr>
              <a:t>in </a:t>
            </a:r>
            <a:r>
              <a:rPr sz="1600" u="none" dirty="0">
                <a:latin typeface="Arial"/>
                <a:cs typeface="Arial"/>
              </a:rPr>
              <a:t>terms</a:t>
            </a:r>
            <a:r>
              <a:rPr sz="1600" u="none" spc="-1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previous</a:t>
            </a:r>
            <a:r>
              <a:rPr sz="1600" u="none" spc="-4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link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plus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relative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motion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of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the</a:t>
            </a:r>
            <a:r>
              <a:rPr sz="1600" u="none" spc="-1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two</a:t>
            </a:r>
            <a:r>
              <a:rPr sz="1600" u="none" spc="-10" dirty="0">
                <a:latin typeface="Arial"/>
                <a:cs typeface="Arial"/>
              </a:rPr>
              <a:t> links.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278248"/>
            <a:ext cx="16789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Since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term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336" y="4278248"/>
            <a:ext cx="5042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depends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previous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through this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recursion,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4522089"/>
            <a:ext cx="6427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said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propagate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subsequent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links.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5689" y="2705094"/>
            <a:ext cx="636270" cy="793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2070"/>
              </a:lnSpc>
              <a:spcBef>
                <a:spcPts val="135"/>
              </a:spcBef>
              <a:tabLst>
                <a:tab pos="48895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  <a:p>
            <a:pPr marL="38100">
              <a:lnSpc>
                <a:spcPts val="1860"/>
              </a:lnSpc>
              <a:tabLst>
                <a:tab pos="48895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  <a:p>
            <a:pPr marL="38100">
              <a:lnSpc>
                <a:spcPts val="2070"/>
              </a:lnSpc>
              <a:tabLst>
                <a:tab pos="48895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17543" dirty="0">
                <a:latin typeface="Symbol"/>
                <a:cs typeface="Symbol"/>
              </a:rPr>
              <a:t></a:t>
            </a:r>
            <a:endParaRPr sz="2850" baseline="-17543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3789" y="2469171"/>
            <a:ext cx="56007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445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Times New Roman"/>
                <a:cs typeface="Times New Roman"/>
              </a:rPr>
              <a:t>0</a:t>
            </a:r>
            <a:r>
              <a:rPr sz="2850" spc="705" baseline="43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3789" y="3256068"/>
            <a:ext cx="44450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233679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i="1" spc="-37" baseline="2525" dirty="0">
                <a:latin typeface="Times New Roman"/>
                <a:cs typeface="Times New Roman"/>
              </a:rPr>
              <a:t>i</a:t>
            </a:r>
            <a:r>
              <a:rPr sz="1650" spc="-37" baseline="2525" dirty="0">
                <a:latin typeface="Symbol"/>
                <a:cs typeface="Symbol"/>
              </a:rPr>
              <a:t></a:t>
            </a:r>
            <a:r>
              <a:rPr sz="1650" spc="-37" baseline="2525" dirty="0">
                <a:latin typeface="Times New Roman"/>
                <a:cs typeface="Times New Roman"/>
              </a:rPr>
              <a:t>1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2968" y="2984444"/>
            <a:ext cx="57594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2260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6001" y="2984444"/>
            <a:ext cx="53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0163" y="2812531"/>
            <a:ext cx="14414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33705" algn="l"/>
                <a:tab pos="852169" algn="l"/>
                <a:tab pos="138811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8810" y="2984444"/>
            <a:ext cx="53467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8069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3836" y="3189527"/>
            <a:ext cx="12509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spc="-595" dirty="0"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181" y="2710119"/>
            <a:ext cx="37401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6513" y="3116422"/>
            <a:ext cx="958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76238" y="2672221"/>
            <a:ext cx="2395220" cy="499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2105" algn="l"/>
                <a:tab pos="1384300" algn="l"/>
                <a:tab pos="225679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160" dirty="0">
                <a:latin typeface="Times New Roman"/>
                <a:cs typeface="Times New Roman"/>
              </a:rPr>
              <a:t>R</a:t>
            </a:r>
            <a:r>
              <a:rPr sz="3100" spc="-160" dirty="0">
                <a:latin typeface="Symbol"/>
                <a:cs typeface="Symbol"/>
              </a:rPr>
              <a:t></a:t>
            </a:r>
            <a:r>
              <a:rPr sz="3100" spc="-42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P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5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Symbol"/>
                <a:cs typeface="Symbol"/>
              </a:rPr>
              <a:t></a:t>
            </a:r>
            <a:r>
              <a:rPr sz="1900" spc="-25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67469" y="4428389"/>
            <a:ext cx="2222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39070" y="4155243"/>
            <a:ext cx="38417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454960" y="2907334"/>
            <a:ext cx="510540" cy="146685"/>
            <a:chOff x="2454960" y="2907334"/>
            <a:chExt cx="510540" cy="146685"/>
          </a:xfrm>
        </p:grpSpPr>
        <p:sp>
          <p:nvSpPr>
            <p:cNvPr id="22" name="object 22"/>
            <p:cNvSpPr/>
            <p:nvPr/>
          </p:nvSpPr>
          <p:spPr>
            <a:xfrm>
              <a:off x="2464562" y="2966592"/>
              <a:ext cx="438150" cy="11430"/>
            </a:xfrm>
            <a:custGeom>
              <a:avLst/>
              <a:gdLst/>
              <a:ahLst/>
              <a:cxnLst/>
              <a:rect l="l" t="t" r="r" b="b"/>
              <a:pathLst>
                <a:path w="438150" h="11430">
                  <a:moveTo>
                    <a:pt x="0" y="11049"/>
                  </a:moveTo>
                  <a:lnTo>
                    <a:pt x="5842" y="8255"/>
                  </a:lnTo>
                  <a:lnTo>
                    <a:pt x="11049" y="4953"/>
                  </a:lnTo>
                  <a:lnTo>
                    <a:pt x="19557" y="4318"/>
                  </a:lnTo>
                  <a:lnTo>
                    <a:pt x="30400" y="4149"/>
                  </a:lnTo>
                  <a:lnTo>
                    <a:pt x="41338" y="4397"/>
                  </a:lnTo>
                  <a:lnTo>
                    <a:pt x="52276" y="4764"/>
                  </a:lnTo>
                  <a:lnTo>
                    <a:pt x="63118" y="4953"/>
                  </a:lnTo>
                  <a:lnTo>
                    <a:pt x="81466" y="4589"/>
                  </a:lnTo>
                  <a:lnTo>
                    <a:pt x="99885" y="4143"/>
                  </a:lnTo>
                  <a:lnTo>
                    <a:pt x="118304" y="3720"/>
                  </a:lnTo>
                  <a:lnTo>
                    <a:pt x="136651" y="3429"/>
                  </a:lnTo>
                  <a:lnTo>
                    <a:pt x="161948" y="3073"/>
                  </a:lnTo>
                  <a:lnTo>
                    <a:pt x="187197" y="2682"/>
                  </a:lnTo>
                  <a:lnTo>
                    <a:pt x="212447" y="2411"/>
                  </a:lnTo>
                  <a:lnTo>
                    <a:pt x="237744" y="2412"/>
                  </a:lnTo>
                  <a:lnTo>
                    <a:pt x="279322" y="3559"/>
                  </a:lnTo>
                  <a:lnTo>
                    <a:pt x="320817" y="4730"/>
                  </a:lnTo>
                  <a:lnTo>
                    <a:pt x="362241" y="5377"/>
                  </a:lnTo>
                  <a:lnTo>
                    <a:pt x="403606" y="4953"/>
                  </a:lnTo>
                  <a:lnTo>
                    <a:pt x="413581" y="5091"/>
                  </a:lnTo>
                  <a:lnTo>
                    <a:pt x="427688" y="5397"/>
                  </a:lnTo>
                  <a:lnTo>
                    <a:pt x="437913" y="4845"/>
                  </a:lnTo>
                  <a:lnTo>
                    <a:pt x="436244" y="2412"/>
                  </a:lnTo>
                  <a:lnTo>
                    <a:pt x="430783" y="1905"/>
                  </a:lnTo>
                  <a:lnTo>
                    <a:pt x="429260" y="1524"/>
                  </a:lnTo>
                  <a:lnTo>
                    <a:pt x="425831" y="0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596" y="2907334"/>
              <a:ext cx="120294" cy="146583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3111500" y="2335276"/>
            <a:ext cx="3608704" cy="1349375"/>
          </a:xfrm>
          <a:custGeom>
            <a:avLst/>
            <a:gdLst/>
            <a:ahLst/>
            <a:cxnLst/>
            <a:rect l="l" t="t" r="r" b="b"/>
            <a:pathLst>
              <a:path w="3608704" h="1349375">
                <a:moveTo>
                  <a:pt x="0" y="1349375"/>
                </a:moveTo>
                <a:lnTo>
                  <a:pt x="3608451" y="1349375"/>
                </a:lnTo>
                <a:lnTo>
                  <a:pt x="3608451" y="0"/>
                </a:lnTo>
                <a:lnTo>
                  <a:pt x="0" y="0"/>
                </a:lnTo>
                <a:lnTo>
                  <a:pt x="0" y="134937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741801"/>
            <a:ext cx="1702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Linear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84675" y="4821668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720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4675" y="4582717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720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4675" y="4343786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440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637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4675" y="5126143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4475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04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2431" y="4682606"/>
            <a:ext cx="66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3036" y="4854519"/>
            <a:ext cx="5803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2641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0450" y="4682606"/>
            <a:ext cx="85216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0690" algn="l"/>
                <a:tab pos="79819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3097" y="4854519"/>
            <a:ext cx="5441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02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7962" y="4546837"/>
            <a:ext cx="1025525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87730" algn="l"/>
              </a:tabLst>
            </a:pPr>
            <a:r>
              <a:rPr sz="1900" dirty="0">
                <a:latin typeface="Symbol"/>
                <a:cs typeface="Symbol"/>
              </a:rPr>
              <a:t>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4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Symbol"/>
                <a:cs typeface="Symbol"/>
              </a:rPr>
              <a:t></a:t>
            </a:r>
            <a:r>
              <a:rPr sz="1900" spc="-25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2928" y="4580194"/>
            <a:ext cx="38544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9275" y="5061115"/>
            <a:ext cx="6165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82600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i="1" spc="-25" dirty="0">
                <a:latin typeface="Times New Roman"/>
                <a:cs typeface="Times New Roman"/>
              </a:rPr>
              <a:t>d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534" y="4546837"/>
            <a:ext cx="1163320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909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135" dirty="0">
                <a:latin typeface="Times New Roman"/>
                <a:cs typeface="Times New Roman"/>
              </a:rPr>
              <a:t>R</a:t>
            </a:r>
            <a:r>
              <a:rPr sz="3050" spc="-135" dirty="0">
                <a:latin typeface="Symbol"/>
                <a:cs typeface="Symbol"/>
              </a:rPr>
              <a:t></a:t>
            </a:r>
            <a:r>
              <a:rPr sz="3050" spc="-480" dirty="0">
                <a:latin typeface="Times New Roman"/>
                <a:cs typeface="Times New Roman"/>
              </a:rPr>
              <a:t> </a:t>
            </a:r>
            <a:r>
              <a:rPr sz="2050" i="1" spc="50" dirty="0">
                <a:latin typeface="Symbol"/>
                <a:cs typeface="Symbol"/>
              </a:rPr>
              <a:t></a:t>
            </a:r>
            <a:r>
              <a:rPr sz="1900" spc="50" dirty="0">
                <a:latin typeface="Symbol"/>
                <a:cs typeface="Symbol"/>
              </a:rPr>
              <a:t>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P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16000" y="2080912"/>
            <a:ext cx="7773670" cy="3479165"/>
            <a:chOff x="1016000" y="2080912"/>
            <a:chExt cx="7773670" cy="3479165"/>
          </a:xfrm>
        </p:grpSpPr>
        <p:sp>
          <p:nvSpPr>
            <p:cNvPr id="16" name="object 16"/>
            <p:cNvSpPr/>
            <p:nvPr/>
          </p:nvSpPr>
          <p:spPr>
            <a:xfrm>
              <a:off x="1020762" y="4205350"/>
              <a:ext cx="3608704" cy="1349375"/>
            </a:xfrm>
            <a:custGeom>
              <a:avLst/>
              <a:gdLst/>
              <a:ahLst/>
              <a:cxnLst/>
              <a:rect l="l" t="t" r="r" b="b"/>
              <a:pathLst>
                <a:path w="3608704" h="1349375">
                  <a:moveTo>
                    <a:pt x="0" y="1349375"/>
                  </a:moveTo>
                  <a:lnTo>
                    <a:pt x="3608324" y="1349375"/>
                  </a:lnTo>
                  <a:lnTo>
                    <a:pt x="3608324" y="0"/>
                  </a:lnTo>
                  <a:lnTo>
                    <a:pt x="0" y="0"/>
                  </a:lnTo>
                  <a:lnTo>
                    <a:pt x="0" y="134937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0895" y="2080912"/>
              <a:ext cx="3868745" cy="283980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246357" y="2630918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94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46357" y="2391967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94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6357" y="2935393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40" dirty="0">
                <a:latin typeface="Times New Roman"/>
                <a:cs typeface="Times New Roman"/>
              </a:rPr>
              <a:t>  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17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43067" y="2663769"/>
            <a:ext cx="66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1275" y="2491856"/>
            <a:ext cx="41020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687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4038" y="2663769"/>
            <a:ext cx="5435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02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39280" y="2486306"/>
            <a:ext cx="135636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090" algn="l"/>
                <a:tab pos="121920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10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3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6995" y="2375901"/>
            <a:ext cx="42418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75" i="1" spc="-30" baseline="-23035" dirty="0"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20957" y="2856822"/>
            <a:ext cx="598805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64820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2050" i="1" spc="-25" dirty="0">
                <a:latin typeface="Symbol"/>
                <a:cs typeface="Symbol"/>
              </a:rPr>
              <a:t>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98663" y="1819275"/>
            <a:ext cx="2462530" cy="1621155"/>
            <a:chOff x="1498663" y="1819275"/>
            <a:chExt cx="2462530" cy="1621155"/>
          </a:xfrm>
        </p:grpSpPr>
        <p:sp>
          <p:nvSpPr>
            <p:cNvPr id="28" name="object 28"/>
            <p:cNvSpPr/>
            <p:nvPr/>
          </p:nvSpPr>
          <p:spPr>
            <a:xfrm>
              <a:off x="1503425" y="2028825"/>
              <a:ext cx="2453005" cy="1349375"/>
            </a:xfrm>
            <a:custGeom>
              <a:avLst/>
              <a:gdLst/>
              <a:ahLst/>
              <a:cxnLst/>
              <a:rect l="l" t="t" r="r" b="b"/>
              <a:pathLst>
                <a:path w="2453004" h="1349375">
                  <a:moveTo>
                    <a:pt x="0" y="1349375"/>
                  </a:moveTo>
                  <a:lnTo>
                    <a:pt x="2452624" y="1349375"/>
                  </a:lnTo>
                  <a:lnTo>
                    <a:pt x="2452624" y="0"/>
                  </a:lnTo>
                  <a:lnTo>
                    <a:pt x="0" y="0"/>
                  </a:lnTo>
                  <a:lnTo>
                    <a:pt x="0" y="134937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62680" y="1819275"/>
              <a:ext cx="738505" cy="1621155"/>
            </a:xfrm>
            <a:custGeom>
              <a:avLst/>
              <a:gdLst/>
              <a:ahLst/>
              <a:cxnLst/>
              <a:rect l="l" t="t" r="r" b="b"/>
              <a:pathLst>
                <a:path w="738504" h="1621154">
                  <a:moveTo>
                    <a:pt x="698959" y="67533"/>
                  </a:moveTo>
                  <a:lnTo>
                    <a:pt x="0" y="1617345"/>
                  </a:lnTo>
                  <a:lnTo>
                    <a:pt x="8762" y="1621154"/>
                  </a:lnTo>
                  <a:lnTo>
                    <a:pt x="707615" y="71426"/>
                  </a:lnTo>
                  <a:lnTo>
                    <a:pt x="698959" y="67533"/>
                  </a:lnTo>
                  <a:close/>
                </a:path>
                <a:path w="738504" h="1621154">
                  <a:moveTo>
                    <a:pt x="736819" y="55879"/>
                  </a:moveTo>
                  <a:lnTo>
                    <a:pt x="704215" y="55879"/>
                  </a:lnTo>
                  <a:lnTo>
                    <a:pt x="712851" y="59816"/>
                  </a:lnTo>
                  <a:lnTo>
                    <a:pt x="707615" y="71426"/>
                  </a:lnTo>
                  <a:lnTo>
                    <a:pt x="737996" y="85089"/>
                  </a:lnTo>
                  <a:lnTo>
                    <a:pt x="736819" y="55879"/>
                  </a:lnTo>
                  <a:close/>
                </a:path>
                <a:path w="738504" h="1621154">
                  <a:moveTo>
                    <a:pt x="704215" y="55879"/>
                  </a:moveTo>
                  <a:lnTo>
                    <a:pt x="698959" y="67533"/>
                  </a:lnTo>
                  <a:lnTo>
                    <a:pt x="707615" y="71426"/>
                  </a:lnTo>
                  <a:lnTo>
                    <a:pt x="712851" y="59816"/>
                  </a:lnTo>
                  <a:lnTo>
                    <a:pt x="704215" y="55879"/>
                  </a:lnTo>
                  <a:close/>
                </a:path>
                <a:path w="738504" h="1621154">
                  <a:moveTo>
                    <a:pt x="734568" y="0"/>
                  </a:moveTo>
                  <a:lnTo>
                    <a:pt x="668528" y="53848"/>
                  </a:lnTo>
                  <a:lnTo>
                    <a:pt x="698959" y="67533"/>
                  </a:lnTo>
                  <a:lnTo>
                    <a:pt x="704215" y="55879"/>
                  </a:lnTo>
                  <a:lnTo>
                    <a:pt x="736819" y="55879"/>
                  </a:lnTo>
                  <a:lnTo>
                    <a:pt x="734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64540" y="589229"/>
            <a:ext cx="6475730" cy="1884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023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Velocity</a:t>
            </a:r>
            <a:r>
              <a:rPr sz="2000" b="1" spc="-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Adjacent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Links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1814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Angular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</a:t>
            </a:r>
            <a:endParaRPr sz="1600">
              <a:latin typeface="Arial"/>
              <a:cs typeface="Arial"/>
            </a:endParaRPr>
          </a:p>
          <a:p>
            <a:pPr marL="2192655">
              <a:lnSpc>
                <a:spcPts val="1575"/>
              </a:lnSpc>
            </a:pP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-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Prismatic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Joint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400">
              <a:latin typeface="Arial"/>
              <a:cs typeface="Arial"/>
            </a:endParaRPr>
          </a:p>
          <a:p>
            <a:pPr marR="956310" algn="ctr">
              <a:lnSpc>
                <a:spcPct val="100000"/>
              </a:lnSpc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3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532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47363" y="2194737"/>
            <a:ext cx="1840230" cy="3463925"/>
            <a:chOff x="3647363" y="2194737"/>
            <a:chExt cx="1840230" cy="3463925"/>
          </a:xfrm>
        </p:grpSpPr>
        <p:sp>
          <p:nvSpPr>
            <p:cNvPr id="32" name="object 32"/>
            <p:cNvSpPr/>
            <p:nvPr/>
          </p:nvSpPr>
          <p:spPr>
            <a:xfrm>
              <a:off x="3699256" y="4037075"/>
              <a:ext cx="738505" cy="1621155"/>
            </a:xfrm>
            <a:custGeom>
              <a:avLst/>
              <a:gdLst/>
              <a:ahLst/>
              <a:cxnLst/>
              <a:rect l="l" t="t" r="r" b="b"/>
              <a:pathLst>
                <a:path w="738504" h="1621154">
                  <a:moveTo>
                    <a:pt x="698985" y="67474"/>
                  </a:moveTo>
                  <a:lnTo>
                    <a:pt x="0" y="1617230"/>
                  </a:lnTo>
                  <a:lnTo>
                    <a:pt x="8763" y="1621142"/>
                  </a:lnTo>
                  <a:lnTo>
                    <a:pt x="707636" y="71380"/>
                  </a:lnTo>
                  <a:lnTo>
                    <a:pt x="698985" y="67474"/>
                  </a:lnTo>
                  <a:close/>
                </a:path>
                <a:path w="738504" h="1621154">
                  <a:moveTo>
                    <a:pt x="736819" y="55880"/>
                  </a:moveTo>
                  <a:lnTo>
                    <a:pt x="704215" y="55880"/>
                  </a:lnTo>
                  <a:lnTo>
                    <a:pt x="712851" y="59817"/>
                  </a:lnTo>
                  <a:lnTo>
                    <a:pt x="707636" y="71380"/>
                  </a:lnTo>
                  <a:lnTo>
                    <a:pt x="737997" y="85090"/>
                  </a:lnTo>
                  <a:lnTo>
                    <a:pt x="736819" y="55880"/>
                  </a:lnTo>
                  <a:close/>
                </a:path>
                <a:path w="738504" h="1621154">
                  <a:moveTo>
                    <a:pt x="704215" y="55880"/>
                  </a:moveTo>
                  <a:lnTo>
                    <a:pt x="698985" y="67474"/>
                  </a:lnTo>
                  <a:lnTo>
                    <a:pt x="707636" y="71380"/>
                  </a:lnTo>
                  <a:lnTo>
                    <a:pt x="712851" y="59817"/>
                  </a:lnTo>
                  <a:lnTo>
                    <a:pt x="704215" y="55880"/>
                  </a:lnTo>
                  <a:close/>
                </a:path>
                <a:path w="738504" h="1621154">
                  <a:moveTo>
                    <a:pt x="734568" y="0"/>
                  </a:moveTo>
                  <a:lnTo>
                    <a:pt x="668528" y="53721"/>
                  </a:lnTo>
                  <a:lnTo>
                    <a:pt x="698985" y="67474"/>
                  </a:lnTo>
                  <a:lnTo>
                    <a:pt x="704215" y="55880"/>
                  </a:lnTo>
                  <a:lnTo>
                    <a:pt x="736819" y="55880"/>
                  </a:lnTo>
                  <a:lnTo>
                    <a:pt x="734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49088" y="2219555"/>
              <a:ext cx="78740" cy="97790"/>
            </a:xfrm>
            <a:custGeom>
              <a:avLst/>
              <a:gdLst/>
              <a:ahLst/>
              <a:cxnLst/>
              <a:rect l="l" t="t" r="r" b="b"/>
              <a:pathLst>
                <a:path w="78739" h="97789">
                  <a:moveTo>
                    <a:pt x="0" y="20089"/>
                  </a:moveTo>
                  <a:lnTo>
                    <a:pt x="36575" y="277"/>
                  </a:lnTo>
                  <a:lnTo>
                    <a:pt x="46571" y="0"/>
                  </a:lnTo>
                  <a:lnTo>
                    <a:pt x="55483" y="1960"/>
                  </a:lnTo>
                  <a:lnTo>
                    <a:pt x="78454" y="34075"/>
                  </a:lnTo>
                  <a:lnTo>
                    <a:pt x="78593" y="45166"/>
                  </a:lnTo>
                  <a:lnTo>
                    <a:pt x="77088" y="56411"/>
                  </a:lnTo>
                  <a:lnTo>
                    <a:pt x="56387" y="91717"/>
                  </a:lnTo>
                  <a:lnTo>
                    <a:pt x="42052" y="97258"/>
                  </a:lnTo>
                  <a:lnTo>
                    <a:pt x="34510" y="96414"/>
                  </a:lnTo>
                  <a:lnTo>
                    <a:pt x="11557" y="61237"/>
                  </a:lnTo>
                  <a:lnTo>
                    <a:pt x="19176" y="24407"/>
                  </a:lnTo>
                  <a:lnTo>
                    <a:pt x="20193" y="23137"/>
                  </a:lnTo>
                  <a:lnTo>
                    <a:pt x="23240" y="22883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1102" y="2194737"/>
              <a:ext cx="68555" cy="15356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65294" y="2276268"/>
              <a:ext cx="49530" cy="10160"/>
            </a:xfrm>
            <a:custGeom>
              <a:avLst/>
              <a:gdLst/>
              <a:ahLst/>
              <a:cxnLst/>
              <a:rect l="l" t="t" r="r" b="b"/>
              <a:pathLst>
                <a:path w="49529" h="10160">
                  <a:moveTo>
                    <a:pt x="0" y="9731"/>
                  </a:moveTo>
                  <a:lnTo>
                    <a:pt x="35925" y="0"/>
                  </a:lnTo>
                  <a:lnTo>
                    <a:pt x="42419" y="97"/>
                  </a:lnTo>
                  <a:lnTo>
                    <a:pt x="49021" y="587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7735" y="2616885"/>
              <a:ext cx="204495" cy="20017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7458" y="2752960"/>
              <a:ext cx="95005" cy="11701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817363" y="2801111"/>
              <a:ext cx="64135" cy="3810"/>
            </a:xfrm>
            <a:custGeom>
              <a:avLst/>
              <a:gdLst/>
              <a:ahLst/>
              <a:cxnLst/>
              <a:rect l="l" t="t" r="r" b="b"/>
              <a:pathLst>
                <a:path w="64135" h="3810">
                  <a:moveTo>
                    <a:pt x="0" y="3301"/>
                  </a:moveTo>
                  <a:lnTo>
                    <a:pt x="7365" y="0"/>
                  </a:lnTo>
                  <a:lnTo>
                    <a:pt x="11557" y="0"/>
                  </a:lnTo>
                  <a:lnTo>
                    <a:pt x="19812" y="0"/>
                  </a:lnTo>
                  <a:lnTo>
                    <a:pt x="26677" y="39"/>
                  </a:lnTo>
                  <a:lnTo>
                    <a:pt x="33305" y="126"/>
                  </a:lnTo>
                  <a:lnTo>
                    <a:pt x="39885" y="214"/>
                  </a:lnTo>
                  <a:lnTo>
                    <a:pt x="46609" y="253"/>
                  </a:lnTo>
                  <a:lnTo>
                    <a:pt x="52705" y="253"/>
                  </a:lnTo>
                  <a:lnTo>
                    <a:pt x="58547" y="888"/>
                  </a:lnTo>
                  <a:lnTo>
                    <a:pt x="64008" y="888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4292" y="2721208"/>
              <a:ext cx="129184" cy="1940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56965" y="2709925"/>
              <a:ext cx="1100455" cy="2405380"/>
            </a:xfrm>
            <a:custGeom>
              <a:avLst/>
              <a:gdLst/>
              <a:ahLst/>
              <a:cxnLst/>
              <a:rect l="l" t="t" r="r" b="b"/>
              <a:pathLst>
                <a:path w="1100454" h="2405379">
                  <a:moveTo>
                    <a:pt x="975995" y="160654"/>
                  </a:moveTo>
                  <a:lnTo>
                    <a:pt x="981124" y="154930"/>
                  </a:lnTo>
                  <a:lnTo>
                    <a:pt x="985218" y="149145"/>
                  </a:lnTo>
                  <a:lnTo>
                    <a:pt x="989050" y="143242"/>
                  </a:lnTo>
                  <a:lnTo>
                    <a:pt x="993394" y="137160"/>
                  </a:lnTo>
                  <a:lnTo>
                    <a:pt x="1017143" y="102488"/>
                  </a:lnTo>
                  <a:lnTo>
                    <a:pt x="1033216" y="67502"/>
                  </a:lnTo>
                  <a:lnTo>
                    <a:pt x="1048113" y="26209"/>
                  </a:lnTo>
                  <a:lnTo>
                    <a:pt x="1056132" y="0"/>
                  </a:lnTo>
                  <a:lnTo>
                    <a:pt x="1056524" y="18287"/>
                  </a:lnTo>
                  <a:lnTo>
                    <a:pt x="1056132" y="36575"/>
                  </a:lnTo>
                  <a:lnTo>
                    <a:pt x="1055453" y="54863"/>
                  </a:lnTo>
                  <a:lnTo>
                    <a:pt x="1054989" y="73151"/>
                  </a:lnTo>
                  <a:lnTo>
                    <a:pt x="1054665" y="90360"/>
                  </a:lnTo>
                  <a:lnTo>
                    <a:pt x="1054306" y="107664"/>
                  </a:lnTo>
                  <a:lnTo>
                    <a:pt x="1053971" y="125015"/>
                  </a:lnTo>
                  <a:lnTo>
                    <a:pt x="1053719" y="142366"/>
                  </a:lnTo>
                  <a:lnTo>
                    <a:pt x="1053679" y="159508"/>
                  </a:lnTo>
                  <a:lnTo>
                    <a:pt x="1053591" y="176625"/>
                  </a:lnTo>
                  <a:lnTo>
                    <a:pt x="1053504" y="193694"/>
                  </a:lnTo>
                  <a:lnTo>
                    <a:pt x="1053464" y="210693"/>
                  </a:lnTo>
                  <a:lnTo>
                    <a:pt x="1053719" y="218948"/>
                  </a:lnTo>
                  <a:lnTo>
                    <a:pt x="1053719" y="227075"/>
                  </a:lnTo>
                  <a:lnTo>
                    <a:pt x="1053719" y="235331"/>
                  </a:lnTo>
                  <a:lnTo>
                    <a:pt x="1054649" y="224668"/>
                  </a:lnTo>
                  <a:lnTo>
                    <a:pt x="1056632" y="164615"/>
                  </a:lnTo>
                  <a:lnTo>
                    <a:pt x="1056798" y="136144"/>
                  </a:lnTo>
                  <a:lnTo>
                    <a:pt x="1056632" y="107672"/>
                  </a:lnTo>
                  <a:lnTo>
                    <a:pt x="1055624" y="65278"/>
                  </a:lnTo>
                  <a:lnTo>
                    <a:pt x="1053973" y="51308"/>
                  </a:lnTo>
                  <a:lnTo>
                    <a:pt x="1053719" y="47244"/>
                  </a:lnTo>
                  <a:lnTo>
                    <a:pt x="1053464" y="46354"/>
                  </a:lnTo>
                  <a:lnTo>
                    <a:pt x="1052449" y="43941"/>
                  </a:lnTo>
                  <a:lnTo>
                    <a:pt x="1047255" y="48954"/>
                  </a:lnTo>
                  <a:lnTo>
                    <a:pt x="1042431" y="54038"/>
                  </a:lnTo>
                  <a:lnTo>
                    <a:pt x="1037822" y="59408"/>
                  </a:lnTo>
                  <a:lnTo>
                    <a:pt x="1033272" y="65277"/>
                  </a:lnTo>
                  <a:lnTo>
                    <a:pt x="1024016" y="76960"/>
                  </a:lnTo>
                  <a:lnTo>
                    <a:pt x="993013" y="108838"/>
                  </a:lnTo>
                  <a:lnTo>
                    <a:pt x="960883" y="136610"/>
                  </a:lnTo>
                  <a:lnTo>
                    <a:pt x="925702" y="160654"/>
                  </a:lnTo>
                  <a:lnTo>
                    <a:pt x="932052" y="156083"/>
                  </a:lnTo>
                  <a:lnTo>
                    <a:pt x="937895" y="151511"/>
                  </a:lnTo>
                  <a:lnTo>
                    <a:pt x="985408" y="103759"/>
                  </a:lnTo>
                  <a:lnTo>
                    <a:pt x="1021969" y="57023"/>
                  </a:lnTo>
                  <a:lnTo>
                    <a:pt x="1028457" y="48498"/>
                  </a:lnTo>
                  <a:lnTo>
                    <a:pt x="1034637" y="39878"/>
                  </a:lnTo>
                  <a:lnTo>
                    <a:pt x="1040578" y="31162"/>
                  </a:lnTo>
                  <a:lnTo>
                    <a:pt x="1046352" y="22351"/>
                  </a:lnTo>
                  <a:lnTo>
                    <a:pt x="1047623" y="21336"/>
                  </a:lnTo>
                  <a:lnTo>
                    <a:pt x="1048258" y="19812"/>
                  </a:lnTo>
                  <a:lnTo>
                    <a:pt x="1049147" y="18923"/>
                  </a:lnTo>
                  <a:lnTo>
                    <a:pt x="1050032" y="27781"/>
                  </a:lnTo>
                  <a:lnTo>
                    <a:pt x="1050226" y="36544"/>
                  </a:lnTo>
                  <a:lnTo>
                    <a:pt x="1050039" y="45354"/>
                  </a:lnTo>
                  <a:lnTo>
                    <a:pt x="1049782" y="54356"/>
                  </a:lnTo>
                  <a:lnTo>
                    <a:pt x="1049625" y="69836"/>
                  </a:lnTo>
                  <a:lnTo>
                    <a:pt x="1050036" y="115824"/>
                  </a:lnTo>
                  <a:lnTo>
                    <a:pt x="1052375" y="171473"/>
                  </a:lnTo>
                  <a:lnTo>
                    <a:pt x="1056643" y="217138"/>
                  </a:lnTo>
                  <a:lnTo>
                    <a:pt x="1058290" y="226187"/>
                  </a:lnTo>
                </a:path>
                <a:path w="1100454" h="2405379">
                  <a:moveTo>
                    <a:pt x="84200" y="2179320"/>
                  </a:moveTo>
                  <a:lnTo>
                    <a:pt x="89915" y="2174240"/>
                  </a:lnTo>
                  <a:lnTo>
                    <a:pt x="95758" y="2169287"/>
                  </a:lnTo>
                  <a:lnTo>
                    <a:pt x="100584" y="2163572"/>
                  </a:lnTo>
                  <a:lnTo>
                    <a:pt x="114300" y="2131822"/>
                  </a:lnTo>
                  <a:lnTo>
                    <a:pt x="114046" y="2124456"/>
                  </a:lnTo>
                  <a:lnTo>
                    <a:pt x="114046" y="2119884"/>
                  </a:lnTo>
                  <a:lnTo>
                    <a:pt x="113157" y="2108327"/>
                  </a:lnTo>
                  <a:lnTo>
                    <a:pt x="108838" y="2105279"/>
                  </a:lnTo>
                  <a:lnTo>
                    <a:pt x="103417" y="2103778"/>
                  </a:lnTo>
                  <a:lnTo>
                    <a:pt x="97758" y="2105945"/>
                  </a:lnTo>
                  <a:lnTo>
                    <a:pt x="76896" y="2141265"/>
                  </a:lnTo>
                  <a:lnTo>
                    <a:pt x="74584" y="2165911"/>
                  </a:lnTo>
                  <a:lnTo>
                    <a:pt x="74834" y="2180859"/>
                  </a:lnTo>
                  <a:lnTo>
                    <a:pt x="75703" y="2195736"/>
                  </a:lnTo>
                  <a:lnTo>
                    <a:pt x="76835" y="2210435"/>
                  </a:lnTo>
                  <a:lnTo>
                    <a:pt x="78569" y="2230090"/>
                  </a:lnTo>
                  <a:lnTo>
                    <a:pt x="80327" y="2249662"/>
                  </a:lnTo>
                  <a:lnTo>
                    <a:pt x="81799" y="2269210"/>
                  </a:lnTo>
                  <a:lnTo>
                    <a:pt x="82676" y="2288794"/>
                  </a:lnTo>
                  <a:lnTo>
                    <a:pt x="82635" y="2303607"/>
                  </a:lnTo>
                  <a:lnTo>
                    <a:pt x="81772" y="2318337"/>
                  </a:lnTo>
                  <a:lnTo>
                    <a:pt x="75426" y="2358838"/>
                  </a:lnTo>
                  <a:lnTo>
                    <a:pt x="55177" y="2395662"/>
                  </a:lnTo>
                  <a:lnTo>
                    <a:pt x="32638" y="2405253"/>
                  </a:lnTo>
                  <a:lnTo>
                    <a:pt x="24338" y="2404181"/>
                  </a:lnTo>
                  <a:lnTo>
                    <a:pt x="16906" y="2400490"/>
                  </a:lnTo>
                  <a:lnTo>
                    <a:pt x="10546" y="2394894"/>
                  </a:lnTo>
                  <a:lnTo>
                    <a:pt x="5461" y="2388108"/>
                  </a:lnTo>
                  <a:lnTo>
                    <a:pt x="2412" y="2379980"/>
                  </a:lnTo>
                  <a:lnTo>
                    <a:pt x="1270" y="2377186"/>
                  </a:lnTo>
                  <a:lnTo>
                    <a:pt x="0" y="2371725"/>
                  </a:lnTo>
                </a:path>
                <a:path w="1100454" h="2405379">
                  <a:moveTo>
                    <a:pt x="1049147" y="2198243"/>
                  </a:moveTo>
                  <a:lnTo>
                    <a:pt x="1087751" y="2174749"/>
                  </a:lnTo>
                  <a:lnTo>
                    <a:pt x="1100048" y="2150663"/>
                  </a:lnTo>
                  <a:lnTo>
                    <a:pt x="1099185" y="2144903"/>
                  </a:lnTo>
                  <a:lnTo>
                    <a:pt x="1096645" y="2140331"/>
                  </a:lnTo>
                  <a:lnTo>
                    <a:pt x="1091184" y="2134870"/>
                  </a:lnTo>
                  <a:lnTo>
                    <a:pt x="1084834" y="2136140"/>
                  </a:lnTo>
                  <a:lnTo>
                    <a:pt x="1066248" y="2173394"/>
                  </a:lnTo>
                  <a:lnTo>
                    <a:pt x="1069213" y="2228723"/>
                  </a:lnTo>
                  <a:lnTo>
                    <a:pt x="1073578" y="2265124"/>
                  </a:lnTo>
                  <a:lnTo>
                    <a:pt x="1075838" y="2283211"/>
                  </a:lnTo>
                  <a:lnTo>
                    <a:pt x="1077468" y="2301240"/>
                  </a:lnTo>
                  <a:lnTo>
                    <a:pt x="1078410" y="2316900"/>
                  </a:lnTo>
                  <a:lnTo>
                    <a:pt x="1078150" y="2332990"/>
                  </a:lnTo>
                  <a:lnTo>
                    <a:pt x="1075485" y="2348603"/>
                  </a:lnTo>
                  <a:lnTo>
                    <a:pt x="1069213" y="2362835"/>
                  </a:lnTo>
                  <a:lnTo>
                    <a:pt x="1062259" y="2369881"/>
                  </a:lnTo>
                  <a:lnTo>
                    <a:pt x="1053973" y="2372439"/>
                  </a:lnTo>
                  <a:lnTo>
                    <a:pt x="1044924" y="2371496"/>
                  </a:lnTo>
                  <a:lnTo>
                    <a:pt x="1010412" y="2344293"/>
                  </a:lnTo>
                  <a:lnTo>
                    <a:pt x="1006475" y="2337308"/>
                  </a:lnTo>
                  <a:lnTo>
                    <a:pt x="1005839" y="2333625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69357" y="4690668"/>
              <a:ext cx="195605" cy="1411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164836" y="4533010"/>
              <a:ext cx="31750" cy="128905"/>
            </a:xfrm>
            <a:custGeom>
              <a:avLst/>
              <a:gdLst/>
              <a:ahLst/>
              <a:cxnLst/>
              <a:rect l="l" t="t" r="r" b="b"/>
              <a:pathLst>
                <a:path w="31750" h="128904">
                  <a:moveTo>
                    <a:pt x="6096" y="70993"/>
                  </a:moveTo>
                  <a:lnTo>
                    <a:pt x="0" y="73787"/>
                  </a:lnTo>
                  <a:lnTo>
                    <a:pt x="6096" y="63626"/>
                  </a:lnTo>
                  <a:lnTo>
                    <a:pt x="8889" y="58546"/>
                  </a:lnTo>
                  <a:lnTo>
                    <a:pt x="11632" y="52558"/>
                  </a:lnTo>
                  <a:lnTo>
                    <a:pt x="14446" y="46545"/>
                  </a:lnTo>
                  <a:lnTo>
                    <a:pt x="17212" y="40437"/>
                  </a:lnTo>
                  <a:lnTo>
                    <a:pt x="19812" y="34162"/>
                  </a:lnTo>
                  <a:lnTo>
                    <a:pt x="22066" y="27872"/>
                  </a:lnTo>
                  <a:lnTo>
                    <a:pt x="24034" y="21462"/>
                  </a:lnTo>
                  <a:lnTo>
                    <a:pt x="25955" y="15053"/>
                  </a:lnTo>
                  <a:lnTo>
                    <a:pt x="28066" y="8762"/>
                  </a:lnTo>
                  <a:lnTo>
                    <a:pt x="29844" y="4571"/>
                  </a:lnTo>
                  <a:lnTo>
                    <a:pt x="30479" y="3047"/>
                  </a:lnTo>
                  <a:lnTo>
                    <a:pt x="31368" y="0"/>
                  </a:lnTo>
                  <a:lnTo>
                    <a:pt x="31220" y="7481"/>
                  </a:lnTo>
                  <a:lnTo>
                    <a:pt x="30845" y="14890"/>
                  </a:lnTo>
                  <a:lnTo>
                    <a:pt x="30351" y="22252"/>
                  </a:lnTo>
                  <a:lnTo>
                    <a:pt x="29844" y="29590"/>
                  </a:lnTo>
                  <a:lnTo>
                    <a:pt x="29150" y="40755"/>
                  </a:lnTo>
                  <a:lnTo>
                    <a:pt x="28193" y="51943"/>
                  </a:lnTo>
                  <a:lnTo>
                    <a:pt x="27237" y="63130"/>
                  </a:lnTo>
                  <a:lnTo>
                    <a:pt x="26542" y="74294"/>
                  </a:lnTo>
                  <a:lnTo>
                    <a:pt x="26243" y="83075"/>
                  </a:lnTo>
                  <a:lnTo>
                    <a:pt x="25955" y="91868"/>
                  </a:lnTo>
                  <a:lnTo>
                    <a:pt x="25739" y="100637"/>
                  </a:lnTo>
                  <a:lnTo>
                    <a:pt x="25653" y="109346"/>
                  </a:lnTo>
                  <a:lnTo>
                    <a:pt x="25653" y="116966"/>
                  </a:lnTo>
                  <a:lnTo>
                    <a:pt x="25273" y="124078"/>
                  </a:lnTo>
                  <a:lnTo>
                    <a:pt x="29844" y="128650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032" y="4517948"/>
              <a:ext cx="79241" cy="15212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963033" y="4983225"/>
              <a:ext cx="185420" cy="243204"/>
            </a:xfrm>
            <a:custGeom>
              <a:avLst/>
              <a:gdLst/>
              <a:ahLst/>
              <a:cxnLst/>
              <a:rect l="l" t="t" r="r" b="b"/>
              <a:pathLst>
                <a:path w="185420" h="243204">
                  <a:moveTo>
                    <a:pt x="0" y="0"/>
                  </a:moveTo>
                  <a:lnTo>
                    <a:pt x="6476" y="4191"/>
                  </a:lnTo>
                  <a:lnTo>
                    <a:pt x="5841" y="5461"/>
                  </a:lnTo>
                  <a:lnTo>
                    <a:pt x="10667" y="10922"/>
                  </a:lnTo>
                  <a:lnTo>
                    <a:pt x="40893" y="47688"/>
                  </a:lnTo>
                  <a:lnTo>
                    <a:pt x="69214" y="85598"/>
                  </a:lnTo>
                  <a:lnTo>
                    <a:pt x="97821" y="129063"/>
                  </a:lnTo>
                  <a:lnTo>
                    <a:pt x="111827" y="150927"/>
                  </a:lnTo>
                  <a:lnTo>
                    <a:pt x="125856" y="172719"/>
                  </a:lnTo>
                  <a:lnTo>
                    <a:pt x="155324" y="214975"/>
                  </a:lnTo>
                  <a:lnTo>
                    <a:pt x="169544" y="231012"/>
                  </a:lnTo>
                  <a:lnTo>
                    <a:pt x="177418" y="243205"/>
                  </a:lnTo>
                  <a:lnTo>
                    <a:pt x="182625" y="240792"/>
                  </a:lnTo>
                  <a:lnTo>
                    <a:pt x="183261" y="236474"/>
                  </a:lnTo>
                  <a:lnTo>
                    <a:pt x="183261" y="234950"/>
                  </a:lnTo>
                  <a:lnTo>
                    <a:pt x="185038" y="232537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2304" y="5197017"/>
              <a:ext cx="98636" cy="914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363591" y="5176373"/>
              <a:ext cx="114300" cy="159385"/>
            </a:xfrm>
            <a:custGeom>
              <a:avLst/>
              <a:gdLst/>
              <a:ahLst/>
              <a:cxnLst/>
              <a:rect l="l" t="t" r="r" b="b"/>
              <a:pathLst>
                <a:path w="114300" h="159385">
                  <a:moveTo>
                    <a:pt x="10287" y="25038"/>
                  </a:moveTo>
                  <a:lnTo>
                    <a:pt x="11324" y="31900"/>
                  </a:lnTo>
                  <a:lnTo>
                    <a:pt x="11731" y="38786"/>
                  </a:lnTo>
                  <a:lnTo>
                    <a:pt x="11733" y="45720"/>
                  </a:lnTo>
                  <a:lnTo>
                    <a:pt x="11557" y="52724"/>
                  </a:lnTo>
                  <a:lnTo>
                    <a:pt x="11112" y="63339"/>
                  </a:lnTo>
                  <a:lnTo>
                    <a:pt x="10382" y="74013"/>
                  </a:lnTo>
                  <a:lnTo>
                    <a:pt x="9699" y="84710"/>
                  </a:lnTo>
                  <a:lnTo>
                    <a:pt x="9398" y="95396"/>
                  </a:lnTo>
                  <a:lnTo>
                    <a:pt x="9267" y="103899"/>
                  </a:lnTo>
                  <a:lnTo>
                    <a:pt x="8826" y="112081"/>
                  </a:lnTo>
                  <a:lnTo>
                    <a:pt x="8004" y="120239"/>
                  </a:lnTo>
                  <a:lnTo>
                    <a:pt x="6731" y="128670"/>
                  </a:lnTo>
                </a:path>
                <a:path w="114300" h="159385">
                  <a:moveTo>
                    <a:pt x="0" y="31769"/>
                  </a:moveTo>
                  <a:lnTo>
                    <a:pt x="35008" y="2817"/>
                  </a:lnTo>
                  <a:lnTo>
                    <a:pt x="51256" y="0"/>
                  </a:lnTo>
                  <a:lnTo>
                    <a:pt x="59689" y="1924"/>
                  </a:lnTo>
                  <a:lnTo>
                    <a:pt x="70816" y="10304"/>
                  </a:lnTo>
                  <a:lnTo>
                    <a:pt x="75263" y="22387"/>
                  </a:lnTo>
                  <a:lnTo>
                    <a:pt x="74209" y="35732"/>
                  </a:lnTo>
                  <a:lnTo>
                    <a:pt x="48387" y="64408"/>
                  </a:lnTo>
                  <a:lnTo>
                    <a:pt x="40512" y="69234"/>
                  </a:lnTo>
                  <a:lnTo>
                    <a:pt x="39243" y="72917"/>
                  </a:lnTo>
                  <a:lnTo>
                    <a:pt x="43307" y="80791"/>
                  </a:lnTo>
                  <a:lnTo>
                    <a:pt x="47279" y="88024"/>
                  </a:lnTo>
                  <a:lnTo>
                    <a:pt x="52038" y="94841"/>
                  </a:lnTo>
                  <a:lnTo>
                    <a:pt x="57130" y="101490"/>
                  </a:lnTo>
                  <a:lnTo>
                    <a:pt x="62103" y="108223"/>
                  </a:lnTo>
                  <a:lnTo>
                    <a:pt x="69234" y="117582"/>
                  </a:lnTo>
                  <a:lnTo>
                    <a:pt x="76390" y="126797"/>
                  </a:lnTo>
                  <a:lnTo>
                    <a:pt x="83641" y="135870"/>
                  </a:lnTo>
                  <a:lnTo>
                    <a:pt x="91059" y="144799"/>
                  </a:lnTo>
                  <a:lnTo>
                    <a:pt x="95123" y="149752"/>
                  </a:lnTo>
                  <a:lnTo>
                    <a:pt x="100837" y="158261"/>
                  </a:lnTo>
                  <a:lnTo>
                    <a:pt x="108458" y="158896"/>
                  </a:lnTo>
                  <a:lnTo>
                    <a:pt x="110362" y="158515"/>
                  </a:lnTo>
                  <a:lnTo>
                    <a:pt x="111887" y="158261"/>
                  </a:lnTo>
                  <a:lnTo>
                    <a:pt x="113919" y="157880"/>
                  </a:lnTo>
                </a:path>
              </a:pathLst>
            </a:custGeom>
            <a:ln w="1920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319398" y="3686936"/>
            <a:ext cx="1503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-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Revolute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Joint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3137026" y="2591593"/>
            <a:ext cx="117475" cy="323850"/>
          </a:xfrm>
          <a:custGeom>
            <a:avLst/>
            <a:gdLst/>
            <a:ahLst/>
            <a:cxnLst/>
            <a:rect l="l" t="t" r="r" b="b"/>
            <a:pathLst>
              <a:path w="117475" h="323850">
                <a:moveTo>
                  <a:pt x="64008" y="95853"/>
                </a:moveTo>
                <a:lnTo>
                  <a:pt x="69215" y="93440"/>
                </a:lnTo>
                <a:lnTo>
                  <a:pt x="74675" y="91281"/>
                </a:lnTo>
                <a:lnTo>
                  <a:pt x="79502" y="87852"/>
                </a:lnTo>
                <a:lnTo>
                  <a:pt x="106711" y="55737"/>
                </a:lnTo>
                <a:lnTo>
                  <a:pt x="114935" y="36036"/>
                </a:lnTo>
                <a:lnTo>
                  <a:pt x="117348" y="29686"/>
                </a:lnTo>
                <a:lnTo>
                  <a:pt x="116967" y="22955"/>
                </a:lnTo>
                <a:lnTo>
                  <a:pt x="116712" y="16224"/>
                </a:lnTo>
                <a:lnTo>
                  <a:pt x="112141" y="9874"/>
                </a:lnTo>
                <a:lnTo>
                  <a:pt x="107315" y="5556"/>
                </a:lnTo>
                <a:lnTo>
                  <a:pt x="100451" y="1623"/>
                </a:lnTo>
                <a:lnTo>
                  <a:pt x="92789" y="0"/>
                </a:lnTo>
                <a:lnTo>
                  <a:pt x="85151" y="1091"/>
                </a:lnTo>
                <a:lnTo>
                  <a:pt x="78359" y="5302"/>
                </a:lnTo>
                <a:lnTo>
                  <a:pt x="73152" y="10509"/>
                </a:lnTo>
                <a:lnTo>
                  <a:pt x="70739" y="17748"/>
                </a:lnTo>
                <a:lnTo>
                  <a:pt x="69215" y="24860"/>
                </a:lnTo>
                <a:lnTo>
                  <a:pt x="67310" y="32734"/>
                </a:lnTo>
                <a:lnTo>
                  <a:pt x="66675" y="40989"/>
                </a:lnTo>
                <a:lnTo>
                  <a:pt x="66675" y="49244"/>
                </a:lnTo>
                <a:lnTo>
                  <a:pt x="66282" y="60239"/>
                </a:lnTo>
                <a:lnTo>
                  <a:pt x="65912" y="71294"/>
                </a:lnTo>
                <a:lnTo>
                  <a:pt x="65639" y="82373"/>
                </a:lnTo>
                <a:lnTo>
                  <a:pt x="65531" y="93440"/>
                </a:lnTo>
                <a:lnTo>
                  <a:pt x="65389" y="104497"/>
                </a:lnTo>
                <a:lnTo>
                  <a:pt x="65531" y="115696"/>
                </a:lnTo>
                <a:lnTo>
                  <a:pt x="65960" y="126944"/>
                </a:lnTo>
                <a:lnTo>
                  <a:pt x="66675" y="138144"/>
                </a:lnTo>
                <a:lnTo>
                  <a:pt x="67411" y="152120"/>
                </a:lnTo>
                <a:lnTo>
                  <a:pt x="68087" y="166036"/>
                </a:lnTo>
                <a:lnTo>
                  <a:pt x="68693" y="179881"/>
                </a:lnTo>
                <a:lnTo>
                  <a:pt x="69215" y="193643"/>
                </a:lnTo>
                <a:lnTo>
                  <a:pt x="69179" y="207986"/>
                </a:lnTo>
                <a:lnTo>
                  <a:pt x="65786" y="250920"/>
                </a:lnTo>
                <a:lnTo>
                  <a:pt x="53340" y="296132"/>
                </a:lnTo>
                <a:lnTo>
                  <a:pt x="23893" y="323189"/>
                </a:lnTo>
                <a:lnTo>
                  <a:pt x="15382" y="323611"/>
                </a:lnTo>
                <a:lnTo>
                  <a:pt x="7562" y="321248"/>
                </a:lnTo>
                <a:lnTo>
                  <a:pt x="2159" y="315563"/>
                </a:lnTo>
                <a:lnTo>
                  <a:pt x="1143" y="309848"/>
                </a:lnTo>
                <a:lnTo>
                  <a:pt x="635" y="307689"/>
                </a:lnTo>
                <a:lnTo>
                  <a:pt x="0" y="303752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68445" y="2527426"/>
            <a:ext cx="103505" cy="292735"/>
          </a:xfrm>
          <a:custGeom>
            <a:avLst/>
            <a:gdLst/>
            <a:ahLst/>
            <a:cxnLst/>
            <a:rect l="l" t="t" r="r" b="b"/>
            <a:pathLst>
              <a:path w="103504" h="292735">
                <a:moveTo>
                  <a:pt x="24764" y="77088"/>
                </a:moveTo>
                <a:lnTo>
                  <a:pt x="30860" y="74675"/>
                </a:lnTo>
                <a:lnTo>
                  <a:pt x="36321" y="72262"/>
                </a:lnTo>
                <a:lnTo>
                  <a:pt x="42037" y="69469"/>
                </a:lnTo>
                <a:lnTo>
                  <a:pt x="49976" y="66125"/>
                </a:lnTo>
                <a:lnTo>
                  <a:pt x="87169" y="46513"/>
                </a:lnTo>
                <a:lnTo>
                  <a:pt x="103377" y="20447"/>
                </a:lnTo>
                <a:lnTo>
                  <a:pt x="100329" y="13335"/>
                </a:lnTo>
                <a:lnTo>
                  <a:pt x="97916" y="7874"/>
                </a:lnTo>
                <a:lnTo>
                  <a:pt x="91439" y="2667"/>
                </a:lnTo>
                <a:lnTo>
                  <a:pt x="85725" y="1524"/>
                </a:lnTo>
                <a:lnTo>
                  <a:pt x="78612" y="0"/>
                </a:lnTo>
                <a:lnTo>
                  <a:pt x="66420" y="43307"/>
                </a:lnTo>
                <a:lnTo>
                  <a:pt x="66135" y="92015"/>
                </a:lnTo>
                <a:lnTo>
                  <a:pt x="67278" y="140747"/>
                </a:lnTo>
                <a:lnTo>
                  <a:pt x="66849" y="189432"/>
                </a:lnTo>
                <a:lnTo>
                  <a:pt x="61849" y="237998"/>
                </a:lnTo>
                <a:lnTo>
                  <a:pt x="51454" y="275502"/>
                </a:lnTo>
                <a:lnTo>
                  <a:pt x="27289" y="292274"/>
                </a:lnTo>
                <a:lnTo>
                  <a:pt x="18674" y="289538"/>
                </a:lnTo>
                <a:lnTo>
                  <a:pt x="11049" y="283718"/>
                </a:lnTo>
                <a:lnTo>
                  <a:pt x="5643" y="276480"/>
                </a:lnTo>
                <a:lnTo>
                  <a:pt x="2571" y="268589"/>
                </a:lnTo>
                <a:lnTo>
                  <a:pt x="976" y="260197"/>
                </a:lnTo>
                <a:lnTo>
                  <a:pt x="0" y="251460"/>
                </a:lnTo>
              </a:path>
            </a:pathLst>
          </a:custGeom>
          <a:ln w="1920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65853" y="2344089"/>
            <a:ext cx="213639" cy="2154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5507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manipulator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shown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figure,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compute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velocity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“tool”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“tool”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(that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4302" y="1887981"/>
            <a:ext cx="149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0264" y="2035873"/>
            <a:ext cx="9652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344" y="1833292"/>
            <a:ext cx="19881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610995" algn="l"/>
              </a:tabLst>
            </a:pPr>
            <a:r>
              <a:rPr sz="1600" dirty="0">
                <a:latin typeface="Arial"/>
                <a:cs typeface="Arial"/>
              </a:rPr>
              <a:t>is,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calculate</a:t>
            </a:r>
            <a:r>
              <a:rPr sz="1600" spc="160" dirty="0">
                <a:latin typeface="Arial"/>
                <a:cs typeface="Arial"/>
              </a:rPr>
              <a:t> </a:t>
            </a:r>
            <a:r>
              <a:rPr sz="1650" spc="-37" baseline="32828" dirty="0">
                <a:latin typeface="Times New Roman"/>
                <a:cs typeface="Times New Roman"/>
              </a:rPr>
              <a:t>4</a:t>
            </a:r>
            <a:r>
              <a:rPr sz="3000" i="1" spc="-37" baseline="-5555" dirty="0">
                <a:latin typeface="Symbol"/>
                <a:cs typeface="Symbol"/>
              </a:rPr>
              <a:t></a:t>
            </a:r>
            <a:r>
              <a:rPr sz="3000" baseline="-5555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3178" y="2064448"/>
            <a:ext cx="9525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8508" y="1796490"/>
            <a:ext cx="26416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latin typeface="Times New Roman"/>
                <a:cs typeface="Times New Roman"/>
              </a:rPr>
              <a:t>4</a:t>
            </a:r>
            <a:r>
              <a:rPr sz="1100" spc="-180" dirty="0">
                <a:latin typeface="Times New Roman"/>
                <a:cs typeface="Times New Roman"/>
              </a:rPr>
              <a:t> </a:t>
            </a:r>
            <a:r>
              <a:rPr sz="2850" i="1" spc="-89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113" y="2736154"/>
            <a:ext cx="3029512" cy="29504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201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Frame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attachment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0876" y="2002295"/>
            <a:ext cx="4141724" cy="38042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46393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l">
              <a:spcBef>
                <a:spcPts val="95"/>
              </a:spcBef>
              <a:buFontTx/>
              <a:buChar char="•"/>
              <a:tabLst>
                <a:tab pos="355600" algn="l"/>
              </a:tabLst>
            </a:pPr>
            <a:r>
              <a:rPr lang="en-GB" sz="1600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Denavit</a:t>
            </a:r>
            <a:r>
              <a:rPr lang="en-GB" sz="16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– </a:t>
            </a:r>
            <a:r>
              <a:rPr lang="en-GB" sz="1600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Hartenberg</a:t>
            </a:r>
            <a:r>
              <a:rPr lang="en-GB" sz="16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600" dirty="0">
                <a:latin typeface="Arial"/>
                <a:cs typeface="Arial"/>
              </a:rPr>
              <a:t>(</a:t>
            </a:r>
            <a:r>
              <a:rPr sz="1600" dirty="0">
                <a:latin typeface="Arial"/>
                <a:cs typeface="Arial"/>
              </a:rPr>
              <a:t>DH</a:t>
            </a:r>
            <a:r>
              <a:rPr lang="en-US" sz="1600" dirty="0">
                <a:latin typeface="Arial"/>
                <a:cs typeface="Arial"/>
              </a:rPr>
              <a:t>)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Parameters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575" y="2321078"/>
            <a:ext cx="3038475" cy="2784322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09163"/>
              </p:ext>
            </p:extLst>
          </p:nvPr>
        </p:nvGraphicFramePr>
        <p:xfrm>
          <a:off x="4413250" y="3767219"/>
          <a:ext cx="3825875" cy="10890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045">
                <a:tc>
                  <a:txBody>
                    <a:bodyPr/>
                    <a:lstStyle/>
                    <a:p>
                      <a:pPr marL="63500">
                        <a:lnSpc>
                          <a:spcPts val="1370"/>
                        </a:lnSpc>
                      </a:pPr>
                      <a:r>
                        <a:rPr sz="1200" i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465"/>
                        </a:lnSpc>
                        <a:spcBef>
                          <a:spcPts val="270"/>
                        </a:spcBef>
                      </a:pPr>
                      <a:r>
                        <a:rPr sz="1875" i="1" spc="-30" baseline="13333" dirty="0">
                          <a:latin typeface="Symbol"/>
                          <a:cs typeface="Symbol"/>
                        </a:rPr>
                        <a:t></a:t>
                      </a:r>
                      <a:r>
                        <a:rPr sz="700" i="1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700" spc="-2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420"/>
                        </a:lnSpc>
                        <a:spcBef>
                          <a:spcPts val="315"/>
                        </a:spcBef>
                      </a:pPr>
                      <a:r>
                        <a:rPr sz="1800" i="1" spc="-30" baseline="13888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00" i="1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700" spc="-2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i="1" spc="-2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050" i="1" spc="-37" baseline="-23809" dirty="0">
                          <a:latin typeface="Times New Roman"/>
                          <a:cs typeface="Times New Roman"/>
                        </a:rPr>
                        <a:t>i</a:t>
                      </a:r>
                      <a:endParaRPr sz="1050" baseline="-23809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70"/>
                        </a:lnSpc>
                      </a:pPr>
                      <a:r>
                        <a:rPr sz="1250" i="1" spc="-25" dirty="0">
                          <a:latin typeface="Symbol"/>
                          <a:cs typeface="Symbol"/>
                        </a:rPr>
                        <a:t></a:t>
                      </a:r>
                      <a:r>
                        <a:rPr sz="1050" i="1" spc="-37" baseline="-23809" dirty="0">
                          <a:latin typeface="Times New Roman"/>
                          <a:cs typeface="Times New Roman"/>
                        </a:rPr>
                        <a:t>i</a:t>
                      </a:r>
                      <a:endParaRPr sz="1050" baseline="-23809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63500">
                        <a:lnSpc>
                          <a:spcPts val="137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7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7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7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75"/>
                        </a:lnSpc>
                      </a:pPr>
                      <a:r>
                        <a:rPr sz="1250" i="1" spc="-25" dirty="0">
                          <a:latin typeface="Symbol"/>
                          <a:cs typeface="Symbol"/>
                        </a:rPr>
                        <a:t></a:t>
                      </a:r>
                      <a:r>
                        <a:rPr sz="1050" spc="-37" baseline="-23809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 baseline="-23809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L1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465"/>
                        </a:lnSpc>
                      </a:pPr>
                      <a:r>
                        <a:rPr sz="1250" i="1" spc="-85" dirty="0">
                          <a:latin typeface="Symbol"/>
                          <a:cs typeface="Symbol"/>
                        </a:rPr>
                        <a:t></a:t>
                      </a:r>
                      <a:r>
                        <a:rPr sz="125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75" baseline="-23809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aseline="-23809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6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65"/>
                        </a:lnSpc>
                      </a:pPr>
                      <a:r>
                        <a:rPr sz="1250" i="1" spc="-90" dirty="0">
                          <a:latin typeface="Symbol"/>
                          <a:cs typeface="Symbol"/>
                        </a:rPr>
                        <a:t></a:t>
                      </a:r>
                      <a:r>
                        <a:rPr sz="125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75" baseline="-23809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aseline="-23809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63500">
                        <a:lnSpc>
                          <a:spcPts val="132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2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2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2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2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99F5BB-FD43-9B9F-7BAE-7AE6C1DAD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50" y="1658706"/>
            <a:ext cx="4332220" cy="18999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0631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From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DH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parameter table,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homogeneous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transform </a:t>
            </a:r>
            <a:r>
              <a:rPr sz="1600" dirty="0">
                <a:latin typeface="Arial"/>
                <a:cs typeface="Arial"/>
              </a:rPr>
              <a:t>matrix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each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adjacent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pair: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8E31558-1734-CBDC-1970-7E001AAC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2426883"/>
            <a:ext cx="7387712" cy="16117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9D65-0D19-B0D4-BFBD-8D172C00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450" y="304800"/>
            <a:ext cx="3261677" cy="307777"/>
          </a:xfrm>
        </p:spPr>
        <p:txBody>
          <a:bodyPr/>
          <a:lstStyle/>
          <a:p>
            <a:r>
              <a:rPr lang="en-GB" dirty="0"/>
              <a:t>Creating Transformation Matrices From DH Tables</a:t>
            </a:r>
            <a:endParaRPr lang="en-BW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4768631F-3286-E6B8-CEBC-77DED79BC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506144"/>
            <a:ext cx="5265487" cy="3065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64135-DD39-1731-B418-5518F649C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039" y="1447800"/>
            <a:ext cx="4332220" cy="189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73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EE5E-321E-CFDB-9F0F-7C5816D0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2CEC-E2F6-E7D6-2DDB-A9072AB2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450" y="304800"/>
            <a:ext cx="3261677" cy="307777"/>
          </a:xfrm>
        </p:spPr>
        <p:txBody>
          <a:bodyPr/>
          <a:lstStyle/>
          <a:p>
            <a:r>
              <a:rPr lang="en-GB" dirty="0"/>
              <a:t>Creating Transformation Matrices From DH Tables</a:t>
            </a:r>
            <a:endParaRPr lang="en-B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36EC6-08BE-FD6C-33E2-F2CA6D02A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784"/>
          <a:stretch/>
        </p:blipFill>
        <p:spPr>
          <a:xfrm>
            <a:off x="5099050" y="1572575"/>
            <a:ext cx="4785782" cy="4458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521E51-2A34-A28F-21E4-0C5773FEC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7" b="26062"/>
          <a:stretch/>
        </p:blipFill>
        <p:spPr>
          <a:xfrm>
            <a:off x="0" y="2743200"/>
            <a:ext cx="4941229" cy="329508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8521938-BA9B-31C5-A062-53524713A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0" y="104469"/>
            <a:ext cx="4427577" cy="25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27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1985-FBA0-3792-C38A-B3FBE90C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420" y="589229"/>
            <a:ext cx="6218555" cy="307777"/>
          </a:xfrm>
        </p:spPr>
        <p:txBody>
          <a:bodyPr/>
          <a:lstStyle/>
          <a:p>
            <a:r>
              <a:rPr lang="en-GB" dirty="0"/>
              <a:t>Creating Transformation Matrices From DH Tables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7BB0E-EDE0-87FF-67C9-419CCDA46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C7AE0-EAFA-2FF4-3A92-E137773FE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3075"/>
            <a:ext cx="10045700" cy="46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14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116F-6EB1-1ADC-4F1F-58C93801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678B5A-9DBD-0D7D-EB06-76D9A10F3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080705-A27E-A3F6-6A41-9357440FCA79}"/>
              </a:ext>
            </a:extLst>
          </p:cNvPr>
          <p:cNvSpPr txBox="1"/>
          <p:nvPr/>
        </p:nvSpPr>
        <p:spPr>
          <a:xfrm>
            <a:off x="764540" y="1400302"/>
            <a:ext cx="70631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From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DH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parameter table,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homogeneous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transform </a:t>
            </a:r>
            <a:r>
              <a:rPr sz="1600" dirty="0">
                <a:latin typeface="Arial"/>
                <a:cs typeface="Arial"/>
              </a:rPr>
              <a:t>matrix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each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adjacent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link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pair: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96DEA4-DF75-01DD-CB2A-51CF4480AA27}"/>
              </a:ext>
            </a:extLst>
          </p:cNvPr>
          <p:cNvSpPr txBox="1"/>
          <p:nvPr/>
        </p:nvSpPr>
        <p:spPr>
          <a:xfrm>
            <a:off x="6763260" y="2891606"/>
            <a:ext cx="120014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55F3050-D2CF-2468-F9CF-9C8D3C70CA3F}"/>
              </a:ext>
            </a:extLst>
          </p:cNvPr>
          <p:cNvSpPr txBox="1"/>
          <p:nvPr/>
        </p:nvSpPr>
        <p:spPr>
          <a:xfrm>
            <a:off x="6763260" y="1938568"/>
            <a:ext cx="120014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1343BE-5510-09D0-510A-AFD32FC4B908}"/>
              </a:ext>
            </a:extLst>
          </p:cNvPr>
          <p:cNvSpPr txBox="1"/>
          <p:nvPr/>
        </p:nvSpPr>
        <p:spPr>
          <a:xfrm>
            <a:off x="2952570" y="2891606"/>
            <a:ext cx="120014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EDEF1B1-FF55-B1EB-15F3-0060CE8678E7}"/>
              </a:ext>
            </a:extLst>
          </p:cNvPr>
          <p:cNvSpPr txBox="1"/>
          <p:nvPr/>
        </p:nvSpPr>
        <p:spPr>
          <a:xfrm>
            <a:off x="2952570" y="2415329"/>
            <a:ext cx="120014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B4737B7-EB67-E5B4-E9E5-4A35551F4D43}"/>
              </a:ext>
            </a:extLst>
          </p:cNvPr>
          <p:cNvSpPr txBox="1"/>
          <p:nvPr/>
        </p:nvSpPr>
        <p:spPr>
          <a:xfrm>
            <a:off x="2952570" y="1938568"/>
            <a:ext cx="120014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C41434C-F212-92E7-E36A-360BCD54F1AF}"/>
              </a:ext>
            </a:extLst>
          </p:cNvPr>
          <p:cNvSpPr txBox="1"/>
          <p:nvPr/>
        </p:nvSpPr>
        <p:spPr>
          <a:xfrm>
            <a:off x="3238033" y="1902984"/>
            <a:ext cx="147383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965200" algn="l"/>
              </a:tabLst>
            </a:pP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2000" i="1" spc="-25" dirty="0">
                <a:latin typeface="Symbol"/>
                <a:cs typeface="Symbol"/>
              </a:rPr>
              <a:t></a:t>
            </a:r>
            <a:r>
              <a:rPr sz="1650" i="1" spc="-37" baseline="-25252" dirty="0">
                <a:latin typeface="Times New Roman"/>
                <a:cs typeface="Times New Roman"/>
              </a:rPr>
              <a:t>i</a:t>
            </a:r>
            <a:r>
              <a:rPr sz="1650" i="1" baseline="-25252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2000" i="1" spc="-25" dirty="0">
                <a:latin typeface="Symbol"/>
                <a:cs typeface="Symbol"/>
              </a:rPr>
              <a:t></a:t>
            </a:r>
            <a:r>
              <a:rPr sz="1650" i="1" spc="-37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213324B-5414-2F92-EEA6-1870EECFDA3B}"/>
              </a:ext>
            </a:extLst>
          </p:cNvPr>
          <p:cNvSpPr txBox="1"/>
          <p:nvPr/>
        </p:nvSpPr>
        <p:spPr>
          <a:xfrm>
            <a:off x="5311812" y="3020252"/>
            <a:ext cx="14922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0E30136-8D65-4F3C-60D1-49B7F2FC92CD}"/>
              </a:ext>
            </a:extLst>
          </p:cNvPr>
          <p:cNvSpPr txBox="1"/>
          <p:nvPr/>
        </p:nvSpPr>
        <p:spPr>
          <a:xfrm>
            <a:off x="6534973" y="2176706"/>
            <a:ext cx="37401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i="1" baseline="-24853" dirty="0">
                <a:latin typeface="Times New Roman"/>
                <a:cs typeface="Times New Roman"/>
              </a:rPr>
              <a:t>d</a:t>
            </a:r>
            <a:r>
              <a:rPr sz="2850" i="1" spc="247" baseline="-2485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E6645D2-1D77-22BE-90DA-9FF7ACF0931A}"/>
              </a:ext>
            </a:extLst>
          </p:cNvPr>
          <p:cNvSpPr txBox="1"/>
          <p:nvPr/>
        </p:nvSpPr>
        <p:spPr>
          <a:xfrm>
            <a:off x="2528092" y="2464770"/>
            <a:ext cx="38671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22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417C1B3-7B5D-B69E-B2CF-E74790A16B34}"/>
              </a:ext>
            </a:extLst>
          </p:cNvPr>
          <p:cNvSpPr txBox="1"/>
          <p:nvPr/>
        </p:nvSpPr>
        <p:spPr>
          <a:xfrm>
            <a:off x="6308997" y="2815503"/>
            <a:ext cx="2190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DA45220-DB45-2CC2-864A-5F422F455217}"/>
              </a:ext>
            </a:extLst>
          </p:cNvPr>
          <p:cNvSpPr txBox="1"/>
          <p:nvPr/>
        </p:nvSpPr>
        <p:spPr>
          <a:xfrm>
            <a:off x="5405748" y="2815503"/>
            <a:ext cx="2197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C2F7F0-73FC-A273-7086-B3BDA034642E}"/>
              </a:ext>
            </a:extLst>
          </p:cNvPr>
          <p:cNvSpPr txBox="1"/>
          <p:nvPr/>
        </p:nvSpPr>
        <p:spPr>
          <a:xfrm>
            <a:off x="6345883" y="2345711"/>
            <a:ext cx="56324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5941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i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2850" spc="-75" baseline="-16081" dirty="0">
                <a:latin typeface="Symbol"/>
                <a:cs typeface="Symbol"/>
              </a:rPr>
              <a:t></a:t>
            </a:r>
            <a:endParaRPr sz="2850" baseline="-16081">
              <a:latin typeface="Symbol"/>
              <a:cs typeface="Symbo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6852898-75D4-F334-5DF4-B24789A4D598}"/>
              </a:ext>
            </a:extLst>
          </p:cNvPr>
          <p:cNvSpPr txBox="1"/>
          <p:nvPr/>
        </p:nvSpPr>
        <p:spPr>
          <a:xfrm>
            <a:off x="5492381" y="2447702"/>
            <a:ext cx="21971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6FBA533-C5C4-C5A3-2BBB-C48F5F8BBD3F}"/>
              </a:ext>
            </a:extLst>
          </p:cNvPr>
          <p:cNvSpPr txBox="1"/>
          <p:nvPr/>
        </p:nvSpPr>
        <p:spPr>
          <a:xfrm>
            <a:off x="3288306" y="2447702"/>
            <a:ext cx="15443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4645" algn="l"/>
                <a:tab pos="1014730" algn="l"/>
                <a:tab pos="133794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FDE3317-1775-A84E-AEDC-8FAFE71BBE4A}"/>
              </a:ext>
            </a:extLst>
          </p:cNvPr>
          <p:cNvSpPr txBox="1"/>
          <p:nvPr/>
        </p:nvSpPr>
        <p:spPr>
          <a:xfrm>
            <a:off x="6154765" y="1977406"/>
            <a:ext cx="3911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i="1" spc="-30" baseline="14619" dirty="0">
                <a:latin typeface="Times New Roman"/>
                <a:cs typeface="Times New Roman"/>
              </a:rPr>
              <a:t>a</a:t>
            </a: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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D1C1C30-E3E7-AB6A-A4C9-F85B602D12D1}"/>
              </a:ext>
            </a:extLst>
          </p:cNvPr>
          <p:cNvSpPr txBox="1"/>
          <p:nvPr/>
        </p:nvSpPr>
        <p:spPr>
          <a:xfrm>
            <a:off x="2348554" y="2457295"/>
            <a:ext cx="2063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7783C5B-06E6-0128-DEBF-F16C31ED7538}"/>
              </a:ext>
            </a:extLst>
          </p:cNvPr>
          <p:cNvSpPr txBox="1"/>
          <p:nvPr/>
        </p:nvSpPr>
        <p:spPr>
          <a:xfrm>
            <a:off x="5311812" y="1916372"/>
            <a:ext cx="14922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250FE37-FC10-B4C8-D782-440B2B9422D6}"/>
              </a:ext>
            </a:extLst>
          </p:cNvPr>
          <p:cNvSpPr txBox="1"/>
          <p:nvPr/>
        </p:nvSpPr>
        <p:spPr>
          <a:xfrm>
            <a:off x="2496642" y="2628320"/>
            <a:ext cx="660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94F1CBE-8CFF-F699-7EDF-DC48B8431218}"/>
              </a:ext>
            </a:extLst>
          </p:cNvPr>
          <p:cNvSpPr txBox="1"/>
          <p:nvPr/>
        </p:nvSpPr>
        <p:spPr>
          <a:xfrm>
            <a:off x="6037536" y="2640079"/>
            <a:ext cx="845819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3075" algn="l"/>
                <a:tab pos="737870" algn="l"/>
              </a:tabLst>
            </a:pP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2000" i="1" spc="-25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i="1" spc="-50" dirty="0">
                <a:latin typeface="Times New Roman"/>
                <a:cs typeface="Times New Roman"/>
              </a:rPr>
              <a:t>d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-6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D4097A5-4917-FE6A-0F83-DA4FF445D2EE}"/>
              </a:ext>
            </a:extLst>
          </p:cNvPr>
          <p:cNvSpPr txBox="1"/>
          <p:nvPr/>
        </p:nvSpPr>
        <p:spPr>
          <a:xfrm>
            <a:off x="4049028" y="2638564"/>
            <a:ext cx="13773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97915" algn="l"/>
              </a:tabLst>
            </a:pP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2000" i="1" dirty="0">
                <a:latin typeface="Symbol"/>
                <a:cs typeface="Symbol"/>
              </a:rPr>
              <a:t>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1900" i="1" spc="-35" dirty="0">
                <a:latin typeface="Times New Roman"/>
                <a:cs typeface="Times New Roman"/>
              </a:rPr>
              <a:t>s</a:t>
            </a:r>
            <a:r>
              <a:rPr sz="2000" i="1" spc="-35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2000" i="1" spc="-25" dirty="0">
                <a:latin typeface="Symbol"/>
                <a:cs typeface="Symbol"/>
              </a:rPr>
              <a:t>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5FDB1C6-181F-4D73-B24A-9550FA4DD467}"/>
              </a:ext>
            </a:extLst>
          </p:cNvPr>
          <p:cNvSpPr txBox="1"/>
          <p:nvPr/>
        </p:nvSpPr>
        <p:spPr>
          <a:xfrm>
            <a:off x="2952570" y="2640079"/>
            <a:ext cx="67437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i="1" dirty="0">
                <a:latin typeface="Times New Roman"/>
                <a:cs typeface="Times New Roman"/>
              </a:rPr>
              <a:t>s</a:t>
            </a:r>
            <a:r>
              <a:rPr sz="2000" i="1" dirty="0">
                <a:latin typeface="Symbol"/>
                <a:cs typeface="Symbol"/>
              </a:rPr>
              <a:t>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2000" i="1" spc="-25" dirty="0">
                <a:latin typeface="Symbol"/>
                <a:cs typeface="Symbol"/>
              </a:rPr>
              <a:t>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EF8B286-EBE9-47D5-23B2-7B6A48CDE2E1}"/>
              </a:ext>
            </a:extLst>
          </p:cNvPr>
          <p:cNvSpPr txBox="1"/>
          <p:nvPr/>
        </p:nvSpPr>
        <p:spPr>
          <a:xfrm>
            <a:off x="2901770" y="2270764"/>
            <a:ext cx="351472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155065" algn="l"/>
                <a:tab pos="2161540" algn="l"/>
                <a:tab pos="3039745" algn="l"/>
              </a:tabLst>
            </a:pP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1900" i="1" dirty="0">
                <a:latin typeface="Times New Roman"/>
                <a:cs typeface="Times New Roman"/>
              </a:rPr>
              <a:t>s</a:t>
            </a:r>
            <a:r>
              <a:rPr sz="2000" i="1" dirty="0">
                <a:latin typeface="Symbol"/>
                <a:cs typeface="Symbol"/>
              </a:rPr>
              <a:t>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2000" i="1" spc="-25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2000" i="1" dirty="0">
                <a:latin typeface="Symbol"/>
                <a:cs typeface="Symbol"/>
              </a:rPr>
              <a:t>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2000" i="1" spc="-25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2000" i="1" spc="-25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2000" i="1" spc="-25" dirty="0">
                <a:latin typeface="Symbol"/>
                <a:cs typeface="Symbol"/>
              </a:rPr>
              <a:t>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8D692E9-2ECD-6BBE-253E-805FB7514A58}"/>
              </a:ext>
            </a:extLst>
          </p:cNvPr>
          <p:cNvSpPr txBox="1"/>
          <p:nvPr/>
        </p:nvSpPr>
        <p:spPr>
          <a:xfrm>
            <a:off x="4379183" y="4274218"/>
            <a:ext cx="29400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9239" dirty="0">
                <a:latin typeface="Times New Roman"/>
                <a:cs typeface="Times New Roman"/>
              </a:rPr>
              <a:t>1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758D305-3B15-976C-1FDB-1FD4920A8209}"/>
              </a:ext>
            </a:extLst>
          </p:cNvPr>
          <p:cNvSpPr txBox="1"/>
          <p:nvPr/>
        </p:nvSpPr>
        <p:spPr>
          <a:xfrm>
            <a:off x="2913475" y="4274218"/>
            <a:ext cx="33528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2850" spc="-75" baseline="-29239" dirty="0">
                <a:latin typeface="Times New Roman"/>
                <a:cs typeface="Times New Roman"/>
              </a:rPr>
              <a:t>0</a:t>
            </a:r>
            <a:endParaRPr sz="2850" baseline="-29239">
              <a:latin typeface="Times New Roman"/>
              <a:cs typeface="Times New Roman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24C7FE70-19FD-E631-53A2-1B45E33CFA1E}"/>
              </a:ext>
            </a:extLst>
          </p:cNvPr>
          <p:cNvSpPr txBox="1"/>
          <p:nvPr/>
        </p:nvSpPr>
        <p:spPr>
          <a:xfrm>
            <a:off x="4406592" y="3802553"/>
            <a:ext cx="241300" cy="553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4620">
              <a:lnSpc>
                <a:spcPts val="2070"/>
              </a:lnSpc>
              <a:spcBef>
                <a:spcPts val="11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70"/>
              </a:lnSpc>
            </a:pP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884A50-02C3-D949-3641-5477EFC7D743}"/>
              </a:ext>
            </a:extLst>
          </p:cNvPr>
          <p:cNvSpPr txBox="1"/>
          <p:nvPr/>
        </p:nvSpPr>
        <p:spPr>
          <a:xfrm>
            <a:off x="2938875" y="3802553"/>
            <a:ext cx="284480" cy="553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070"/>
              </a:lnSpc>
              <a:spcBef>
                <a:spcPts val="11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70"/>
              </a:lnSpc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023FAF1-E891-7126-4CE6-D47B0471916F}"/>
              </a:ext>
            </a:extLst>
          </p:cNvPr>
          <p:cNvSpPr txBox="1"/>
          <p:nvPr/>
        </p:nvSpPr>
        <p:spPr>
          <a:xfrm>
            <a:off x="4381192" y="3566240"/>
            <a:ext cx="29210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4853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9DCC83D-5340-03BE-BFE1-A6CD31A2F3D9}"/>
              </a:ext>
            </a:extLst>
          </p:cNvPr>
          <p:cNvSpPr txBox="1"/>
          <p:nvPr/>
        </p:nvSpPr>
        <p:spPr>
          <a:xfrm>
            <a:off x="2450302" y="3844113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5D0FAD73-B859-D7D9-27D0-0C033E183C7B}"/>
              </a:ext>
            </a:extLst>
          </p:cNvPr>
          <p:cNvSpPr txBox="1"/>
          <p:nvPr/>
        </p:nvSpPr>
        <p:spPr>
          <a:xfrm>
            <a:off x="2469885" y="4013482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202C66DB-D82D-AAF3-F989-0B2D7763DE40}"/>
              </a:ext>
            </a:extLst>
          </p:cNvPr>
          <p:cNvSpPr txBox="1"/>
          <p:nvPr/>
        </p:nvSpPr>
        <p:spPr>
          <a:xfrm>
            <a:off x="2516583" y="3851516"/>
            <a:ext cx="38481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9E8ADDF-581B-D4FC-8115-B722BA02E56B}"/>
              </a:ext>
            </a:extLst>
          </p:cNvPr>
          <p:cNvSpPr txBox="1"/>
          <p:nvPr/>
        </p:nvSpPr>
        <p:spPr>
          <a:xfrm>
            <a:off x="7436067" y="4464591"/>
            <a:ext cx="120014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CE0A3AC-7CF0-21A7-FD55-0651B39EEB01}"/>
              </a:ext>
            </a:extLst>
          </p:cNvPr>
          <p:cNvSpPr txBox="1"/>
          <p:nvPr/>
        </p:nvSpPr>
        <p:spPr>
          <a:xfrm>
            <a:off x="7227275" y="4276925"/>
            <a:ext cx="3543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29239" dirty="0">
                <a:latin typeface="Times New Roman"/>
                <a:cs typeface="Times New Roman"/>
              </a:rPr>
              <a:t>1</a:t>
            </a:r>
            <a:r>
              <a:rPr sz="2850" spc="7" baseline="-2923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2BC8EF5-B9C1-1BD3-25B2-E403189BE949}"/>
              </a:ext>
            </a:extLst>
          </p:cNvPr>
          <p:cNvSpPr txBox="1"/>
          <p:nvPr/>
        </p:nvSpPr>
        <p:spPr>
          <a:xfrm>
            <a:off x="5469340" y="4276925"/>
            <a:ext cx="3556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2850" spc="-75" baseline="-29239" dirty="0">
                <a:latin typeface="Times New Roman"/>
                <a:cs typeface="Times New Roman"/>
              </a:rPr>
              <a:t>0</a:t>
            </a:r>
            <a:endParaRPr sz="2850" baseline="-29239">
              <a:latin typeface="Times New Roman"/>
              <a:cs typeface="Times New Roman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D2E2965B-4897-E5ED-9271-5E3BC22F8795}"/>
              </a:ext>
            </a:extLst>
          </p:cNvPr>
          <p:cNvSpPr txBox="1"/>
          <p:nvPr/>
        </p:nvSpPr>
        <p:spPr>
          <a:xfrm>
            <a:off x="7229295" y="3565886"/>
            <a:ext cx="3517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2850" spc="-15" baseline="-2485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4BCBF0B-6AAE-6BBF-3112-6EA0297E7521}"/>
              </a:ext>
            </a:extLst>
          </p:cNvPr>
          <p:cNvSpPr txBox="1"/>
          <p:nvPr/>
        </p:nvSpPr>
        <p:spPr>
          <a:xfrm>
            <a:off x="5469340" y="3565886"/>
            <a:ext cx="3556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2850" spc="-75" baseline="-24853" dirty="0">
                <a:latin typeface="Times New Roman"/>
                <a:cs typeface="Times New Roman"/>
              </a:rPr>
              <a:t>0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03FF832C-4275-5D9E-248A-FCE8A4A46429}"/>
              </a:ext>
            </a:extLst>
          </p:cNvPr>
          <p:cNvSpPr txBox="1"/>
          <p:nvPr/>
        </p:nvSpPr>
        <p:spPr>
          <a:xfrm>
            <a:off x="5012585" y="3844961"/>
            <a:ext cx="844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FE30515-DDEC-8942-0148-D7BDD142D5C1}"/>
              </a:ext>
            </a:extLst>
          </p:cNvPr>
          <p:cNvSpPr txBox="1"/>
          <p:nvPr/>
        </p:nvSpPr>
        <p:spPr>
          <a:xfrm>
            <a:off x="5012585" y="4015062"/>
            <a:ext cx="971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3EE8971-0B4B-C51F-5BC4-844037F052A6}"/>
              </a:ext>
            </a:extLst>
          </p:cNvPr>
          <p:cNvSpPr txBox="1"/>
          <p:nvPr/>
        </p:nvSpPr>
        <p:spPr>
          <a:xfrm>
            <a:off x="5070645" y="3852395"/>
            <a:ext cx="38608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2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CF8C448-8950-2512-8AB0-8C17C2187AB9}"/>
              </a:ext>
            </a:extLst>
          </p:cNvPr>
          <p:cNvSpPr txBox="1"/>
          <p:nvPr/>
        </p:nvSpPr>
        <p:spPr>
          <a:xfrm>
            <a:off x="4739566" y="5846039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6B1C2E0-4935-DD94-5412-4B21F2EC2592}"/>
              </a:ext>
            </a:extLst>
          </p:cNvPr>
          <p:cNvSpPr txBox="1"/>
          <p:nvPr/>
        </p:nvSpPr>
        <p:spPr>
          <a:xfrm>
            <a:off x="2941076" y="5846039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908278E-E2CA-E5E7-5916-1F9550661341}"/>
              </a:ext>
            </a:extLst>
          </p:cNvPr>
          <p:cNvSpPr txBox="1"/>
          <p:nvPr/>
        </p:nvSpPr>
        <p:spPr>
          <a:xfrm>
            <a:off x="4511574" y="5658572"/>
            <a:ext cx="373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29239" dirty="0">
                <a:latin typeface="Times New Roman"/>
                <a:cs typeface="Times New Roman"/>
              </a:rPr>
              <a:t>1</a:t>
            </a:r>
            <a:r>
              <a:rPr sz="2850" spc="240" baseline="-2923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40A3BF0-C4F2-8FD0-2855-3D995A52F0C1}"/>
              </a:ext>
            </a:extLst>
          </p:cNvPr>
          <p:cNvSpPr txBox="1"/>
          <p:nvPr/>
        </p:nvSpPr>
        <p:spPr>
          <a:xfrm>
            <a:off x="2915676" y="5658572"/>
            <a:ext cx="3473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2850" spc="-75" baseline="-29239" dirty="0">
                <a:latin typeface="Times New Roman"/>
                <a:cs typeface="Times New Roman"/>
              </a:rPr>
              <a:t>0</a:t>
            </a:r>
            <a:endParaRPr sz="2850" baseline="-29239">
              <a:latin typeface="Times New Roman"/>
              <a:cs typeface="Times New Roman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9B690DBF-D93A-416C-7B63-C7EC2029EEF4}"/>
              </a:ext>
            </a:extLst>
          </p:cNvPr>
          <p:cNvSpPr txBox="1"/>
          <p:nvPr/>
        </p:nvSpPr>
        <p:spPr>
          <a:xfrm>
            <a:off x="4513590" y="4948287"/>
            <a:ext cx="37084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2850" spc="217" baseline="-24853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50BC00C-A646-2190-2E48-1133B04AA329}"/>
              </a:ext>
            </a:extLst>
          </p:cNvPr>
          <p:cNvSpPr txBox="1"/>
          <p:nvPr/>
        </p:nvSpPr>
        <p:spPr>
          <a:xfrm>
            <a:off x="2448764" y="5227066"/>
            <a:ext cx="971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D4830B82-51B3-F035-3ECD-A2DE830493E9}"/>
              </a:ext>
            </a:extLst>
          </p:cNvPr>
          <p:cNvSpPr txBox="1"/>
          <p:nvPr/>
        </p:nvSpPr>
        <p:spPr>
          <a:xfrm>
            <a:off x="2466905" y="5396987"/>
            <a:ext cx="971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2AF3887A-E968-CD58-2EDE-F104566BAF8E}"/>
              </a:ext>
            </a:extLst>
          </p:cNvPr>
          <p:cNvSpPr txBox="1"/>
          <p:nvPr/>
        </p:nvSpPr>
        <p:spPr>
          <a:xfrm>
            <a:off x="2837275" y="2796397"/>
            <a:ext cx="2092960" cy="33083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67359">
              <a:lnSpc>
                <a:spcPct val="100000"/>
              </a:lnSpc>
              <a:spcBef>
                <a:spcPts val="280"/>
              </a:spcBef>
              <a:tabLst>
                <a:tab pos="781050" algn="l"/>
                <a:tab pos="1470660" algn="l"/>
                <a:tab pos="1784350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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 dirty="0">
              <a:latin typeface="Times New Roman"/>
              <a:cs typeface="Times New Roman"/>
            </a:endParaRPr>
          </a:p>
          <a:p>
            <a:pPr marL="127635">
              <a:lnSpc>
                <a:spcPts val="2265"/>
              </a:lnSpc>
              <a:spcBef>
                <a:spcPts val="295"/>
              </a:spcBef>
              <a:tabLst>
                <a:tab pos="546735" algn="l"/>
                <a:tab pos="1545590" algn="l"/>
              </a:tabLst>
            </a:pPr>
            <a:r>
              <a:rPr sz="2850" spc="-75" baseline="-13157" dirty="0">
                <a:latin typeface="Symbol"/>
                <a:cs typeface="Symbol"/>
              </a:rPr>
              <a:t></a:t>
            </a:r>
            <a:r>
              <a:rPr sz="2850" baseline="-13157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  <a:p>
            <a:pPr marL="114300">
              <a:lnSpc>
                <a:spcPts val="2265"/>
              </a:lnSpc>
              <a:tabLst>
                <a:tab pos="641350" algn="l"/>
                <a:tab pos="1237615" algn="l"/>
                <a:tab pos="1581785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2850" spc="-37" baseline="-4385" dirty="0">
                <a:latin typeface="Symbol"/>
                <a:cs typeface="Symbol"/>
              </a:rPr>
              <a:t></a:t>
            </a:r>
            <a:endParaRPr sz="2850" baseline="-4385" dirty="0">
              <a:latin typeface="Symbol"/>
              <a:cs typeface="Symbol"/>
            </a:endParaRPr>
          </a:p>
          <a:p>
            <a:pPr marL="114300">
              <a:lnSpc>
                <a:spcPct val="100000"/>
              </a:lnSpc>
              <a:spcBef>
                <a:spcPts val="585"/>
              </a:spcBef>
              <a:tabLst>
                <a:tab pos="725805" algn="l"/>
                <a:tab pos="1237615" algn="l"/>
              </a:tabLst>
            </a:pPr>
            <a:r>
              <a:rPr sz="2850" spc="-37" baseline="24853" dirty="0">
                <a:latin typeface="Symbol"/>
                <a:cs typeface="Symbol"/>
              </a:rPr>
              <a:t>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  <a:p>
            <a:pPr marL="764540">
              <a:lnSpc>
                <a:spcPct val="100000"/>
              </a:lnSpc>
              <a:spcBef>
                <a:spcPts val="590"/>
              </a:spcBef>
              <a:tabLst>
                <a:tab pos="1235710" algn="l"/>
              </a:tabLst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endParaRPr sz="1900" dirty="0">
              <a:latin typeface="Times New Roman"/>
              <a:cs typeface="Times New Roman"/>
            </a:endParaRPr>
          </a:p>
          <a:p>
            <a:pPr marL="114300">
              <a:lnSpc>
                <a:spcPts val="2275"/>
              </a:lnSpc>
              <a:spcBef>
                <a:spcPts val="590"/>
              </a:spcBef>
              <a:tabLst>
                <a:tab pos="764540" algn="l"/>
                <a:tab pos="1237615" algn="l"/>
                <a:tab pos="1703705" algn="l"/>
              </a:tabLst>
            </a:pPr>
            <a:r>
              <a:rPr sz="2850" spc="-75" baseline="-13157" dirty="0">
                <a:latin typeface="Symbol"/>
                <a:cs typeface="Symbol"/>
              </a:rPr>
              <a:t></a:t>
            </a:r>
            <a:r>
              <a:rPr sz="2850" baseline="-13157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13157" dirty="0">
                <a:latin typeface="Symbol"/>
                <a:cs typeface="Symbol"/>
              </a:rPr>
              <a:t></a:t>
            </a:r>
            <a:endParaRPr sz="2850" baseline="-13157" dirty="0">
              <a:latin typeface="Symbol"/>
              <a:cs typeface="Symbol"/>
            </a:endParaRPr>
          </a:p>
          <a:p>
            <a:pPr marL="116205">
              <a:lnSpc>
                <a:spcPts val="2275"/>
              </a:lnSpc>
              <a:tabLst>
                <a:tab pos="668655" algn="l"/>
                <a:tab pos="1290955" algn="l"/>
                <a:tab pos="1647825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L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r>
              <a:rPr sz="2850" spc="-37" baseline="-4385" dirty="0">
                <a:latin typeface="Symbol"/>
                <a:cs typeface="Symbol"/>
              </a:rPr>
              <a:t></a:t>
            </a:r>
            <a:endParaRPr sz="2850" baseline="-4385" dirty="0">
              <a:latin typeface="Symbol"/>
              <a:cs typeface="Symbol"/>
            </a:endParaRPr>
          </a:p>
          <a:p>
            <a:pPr marL="116205">
              <a:lnSpc>
                <a:spcPts val="1655"/>
              </a:lnSpc>
              <a:spcBef>
                <a:spcPts val="600"/>
              </a:spcBef>
              <a:tabLst>
                <a:tab pos="753745" algn="l"/>
                <a:tab pos="1290955" algn="l"/>
              </a:tabLst>
            </a:pPr>
            <a:r>
              <a:rPr sz="2850" spc="52" baseline="24853" dirty="0">
                <a:latin typeface="Symbol"/>
                <a:cs typeface="Symbol"/>
              </a:rPr>
              <a:t></a:t>
            </a:r>
            <a:r>
              <a:rPr sz="1900" i="1" spc="35" dirty="0">
                <a:latin typeface="Times New Roman"/>
                <a:cs typeface="Times New Roman"/>
              </a:rPr>
              <a:t>s</a:t>
            </a:r>
            <a:r>
              <a:rPr sz="1900" spc="3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  <a:p>
            <a:pPr marL="116205">
              <a:lnSpc>
                <a:spcPts val="1445"/>
              </a:lnSpc>
              <a:tabLst>
                <a:tab pos="191452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 dirty="0">
              <a:latin typeface="Symbol"/>
              <a:cs typeface="Symbol"/>
            </a:endParaRPr>
          </a:p>
          <a:p>
            <a:pPr marL="116205">
              <a:lnSpc>
                <a:spcPts val="2070"/>
              </a:lnSpc>
              <a:tabLst>
                <a:tab pos="804545" algn="l"/>
                <a:tab pos="1289050" algn="l"/>
                <a:tab pos="1713864" algn="l"/>
              </a:tabLst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 dirty="0">
              <a:latin typeface="Symbol"/>
              <a:cs typeface="Symbol"/>
            </a:endParaRPr>
          </a:p>
          <a:p>
            <a:pPr marL="804545">
              <a:lnSpc>
                <a:spcPct val="100000"/>
              </a:lnSpc>
              <a:spcBef>
                <a:spcPts val="590"/>
              </a:spcBef>
              <a:tabLst>
                <a:tab pos="1290955" algn="l"/>
              </a:tabLst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7C90DB18-1602-603B-606C-89AB6828D40F}"/>
              </a:ext>
            </a:extLst>
          </p:cNvPr>
          <p:cNvSpPr txBox="1"/>
          <p:nvPr/>
        </p:nvSpPr>
        <p:spPr>
          <a:xfrm>
            <a:off x="2517295" y="5234492"/>
            <a:ext cx="3860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22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8C9F421-F470-4C75-CA13-109C408567BB}"/>
              </a:ext>
            </a:extLst>
          </p:cNvPr>
          <p:cNvSpPr txBox="1"/>
          <p:nvPr/>
        </p:nvSpPr>
        <p:spPr>
          <a:xfrm>
            <a:off x="6898801" y="5868929"/>
            <a:ext cx="11938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FFEBC541-DEDB-0844-7099-D709375172F2}"/>
              </a:ext>
            </a:extLst>
          </p:cNvPr>
          <p:cNvSpPr txBox="1"/>
          <p:nvPr/>
        </p:nvSpPr>
        <p:spPr>
          <a:xfrm>
            <a:off x="5508954" y="5868929"/>
            <a:ext cx="11938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D96013D9-4B83-3F4D-D530-BF14A4293B9D}"/>
              </a:ext>
            </a:extLst>
          </p:cNvPr>
          <p:cNvSpPr txBox="1"/>
          <p:nvPr/>
        </p:nvSpPr>
        <p:spPr>
          <a:xfrm>
            <a:off x="6679169" y="5681872"/>
            <a:ext cx="36449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850" baseline="-29239" dirty="0">
                <a:latin typeface="Times New Roman"/>
                <a:cs typeface="Times New Roman"/>
              </a:rPr>
              <a:t>1</a:t>
            </a:r>
            <a:r>
              <a:rPr sz="2850" spc="142" baseline="-29239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AD4D38AD-6E10-650D-C326-4B9E71287D75}"/>
              </a:ext>
            </a:extLst>
          </p:cNvPr>
          <p:cNvSpPr txBox="1"/>
          <p:nvPr/>
        </p:nvSpPr>
        <p:spPr>
          <a:xfrm>
            <a:off x="5483554" y="5681872"/>
            <a:ext cx="29337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2850" spc="-37" baseline="-29239" dirty="0">
                <a:latin typeface="Times New Roman"/>
                <a:cs typeface="Times New Roman"/>
              </a:rPr>
              <a:t>0</a:t>
            </a:r>
            <a:endParaRPr sz="2850" baseline="-29239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D8414BB-75D4-A293-4E4F-7766D00DEA77}"/>
              </a:ext>
            </a:extLst>
          </p:cNvPr>
          <p:cNvSpPr txBox="1"/>
          <p:nvPr/>
        </p:nvSpPr>
        <p:spPr>
          <a:xfrm>
            <a:off x="6681157" y="4973140"/>
            <a:ext cx="36258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2850" spc="120" baseline="-2485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D76A1D5-427C-A532-D7F2-9F583F9690D0}"/>
              </a:ext>
            </a:extLst>
          </p:cNvPr>
          <p:cNvSpPr txBox="1"/>
          <p:nvPr/>
        </p:nvSpPr>
        <p:spPr>
          <a:xfrm>
            <a:off x="5483554" y="4973140"/>
            <a:ext cx="29337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2850" spc="-37" baseline="-24853" dirty="0">
                <a:latin typeface="Times New Roman"/>
                <a:cs typeface="Times New Roman"/>
              </a:rPr>
              <a:t>0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220C0C77-6340-ADC5-5947-7E0245540C36}"/>
              </a:ext>
            </a:extLst>
          </p:cNvPr>
          <p:cNvSpPr txBox="1"/>
          <p:nvPr/>
        </p:nvSpPr>
        <p:spPr>
          <a:xfrm>
            <a:off x="5025086" y="5251309"/>
            <a:ext cx="9715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BED0776-B2B5-B0F5-64EC-E4B84D96EB78}"/>
              </a:ext>
            </a:extLst>
          </p:cNvPr>
          <p:cNvSpPr txBox="1"/>
          <p:nvPr/>
        </p:nvSpPr>
        <p:spPr>
          <a:xfrm>
            <a:off x="5028600" y="5420858"/>
            <a:ext cx="9715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64778445-4A30-F778-C181-5F60AC991EF2}"/>
              </a:ext>
            </a:extLst>
          </p:cNvPr>
          <p:cNvSpPr txBox="1"/>
          <p:nvPr/>
        </p:nvSpPr>
        <p:spPr>
          <a:xfrm>
            <a:off x="5405840" y="3020252"/>
            <a:ext cx="2251710" cy="31070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6460">
              <a:lnSpc>
                <a:spcPts val="2265"/>
              </a:lnSpc>
              <a:spcBef>
                <a:spcPts val="130"/>
              </a:spcBef>
              <a:tabLst>
                <a:tab pos="1369695" algn="l"/>
              </a:tabLst>
            </a:pP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13157" dirty="0">
                <a:latin typeface="Symbol"/>
                <a:cs typeface="Symbol"/>
              </a:rPr>
              <a:t></a:t>
            </a:r>
            <a:endParaRPr sz="2850" baseline="-13157" dirty="0">
              <a:latin typeface="Symbol"/>
              <a:cs typeface="Symbol"/>
            </a:endParaRPr>
          </a:p>
          <a:p>
            <a:pPr marL="101600">
              <a:lnSpc>
                <a:spcPts val="2265"/>
              </a:lnSpc>
              <a:tabLst>
                <a:tab pos="669925" algn="l"/>
                <a:tab pos="1383030" algn="l"/>
                <a:tab pos="1814830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L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2850" spc="-37" baseline="-4385" dirty="0">
                <a:latin typeface="Symbol"/>
                <a:cs typeface="Symbol"/>
              </a:rPr>
              <a:t></a:t>
            </a:r>
            <a:endParaRPr sz="2850" baseline="-4385" dirty="0">
              <a:latin typeface="Symbol"/>
              <a:cs typeface="Symbol"/>
            </a:endParaRPr>
          </a:p>
          <a:p>
            <a:pPr marL="101600">
              <a:lnSpc>
                <a:spcPct val="100000"/>
              </a:lnSpc>
              <a:spcBef>
                <a:spcPts val="600"/>
              </a:spcBef>
              <a:tabLst>
                <a:tab pos="813435" algn="l"/>
                <a:tab pos="1314450" algn="l"/>
                <a:tab pos="2042795" algn="l"/>
              </a:tabLst>
            </a:pPr>
            <a:r>
              <a:rPr sz="2850" spc="-75" baseline="-30701" dirty="0">
                <a:latin typeface="Symbol"/>
                <a:cs typeface="Symbol"/>
              </a:rPr>
              <a:t></a:t>
            </a:r>
            <a:r>
              <a:rPr sz="2850" baseline="-30701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27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30701" dirty="0">
                <a:latin typeface="Symbol"/>
                <a:cs typeface="Symbol"/>
              </a:rPr>
              <a:t></a:t>
            </a:r>
            <a:endParaRPr sz="2850" baseline="-30701" dirty="0">
              <a:latin typeface="Symbol"/>
              <a:cs typeface="Symbol"/>
            </a:endParaRPr>
          </a:p>
          <a:p>
            <a:pPr marL="101600">
              <a:lnSpc>
                <a:spcPct val="100000"/>
              </a:lnSpc>
              <a:spcBef>
                <a:spcPts val="615"/>
              </a:spcBef>
              <a:tabLst>
                <a:tab pos="755015" algn="l"/>
                <a:tab pos="1383030" algn="l"/>
                <a:tab pos="1861185" algn="l"/>
              </a:tabLst>
            </a:pPr>
            <a:r>
              <a:rPr sz="1900" spc="40" dirty="0">
                <a:latin typeface="Symbol"/>
                <a:cs typeface="Symbol"/>
              </a:rPr>
              <a:t></a:t>
            </a:r>
            <a:r>
              <a:rPr sz="1900" i="1" spc="40" dirty="0">
                <a:latin typeface="Times New Roman"/>
                <a:cs typeface="Times New Roman"/>
              </a:rPr>
              <a:t>s</a:t>
            </a:r>
            <a:r>
              <a:rPr sz="1900" spc="40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 dirty="0">
              <a:latin typeface="Symbol"/>
              <a:cs typeface="Symbol"/>
            </a:endParaRPr>
          </a:p>
          <a:p>
            <a:pPr marL="101600">
              <a:lnSpc>
                <a:spcPct val="100000"/>
              </a:lnSpc>
              <a:spcBef>
                <a:spcPts val="590"/>
              </a:spcBef>
              <a:tabLst>
                <a:tab pos="813435" algn="l"/>
                <a:tab pos="1383030" algn="l"/>
              </a:tabLst>
            </a:pPr>
            <a:r>
              <a:rPr sz="2850" spc="-75" baseline="-13157" dirty="0">
                <a:latin typeface="Symbol"/>
                <a:cs typeface="Symbol"/>
              </a:rPr>
              <a:t></a:t>
            </a:r>
            <a:r>
              <a:rPr sz="2850" baseline="-13157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  <a:spcBef>
                <a:spcPts val="155"/>
              </a:spcBef>
              <a:tabLst>
                <a:tab pos="554355" algn="l"/>
                <a:tab pos="898525" algn="l"/>
                <a:tab pos="1254760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L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2850" spc="-37" baseline="-4385" dirty="0">
                <a:latin typeface="Symbol"/>
                <a:cs typeface="Symbol"/>
              </a:rPr>
              <a:t></a:t>
            </a:r>
            <a:endParaRPr sz="2850" baseline="-4385" dirty="0">
              <a:latin typeface="Symbol"/>
              <a:cs typeface="Symbol"/>
            </a:endParaRPr>
          </a:p>
          <a:p>
            <a:pPr marL="115570">
              <a:lnSpc>
                <a:spcPct val="100000"/>
              </a:lnSpc>
              <a:spcBef>
                <a:spcPts val="595"/>
              </a:spcBef>
              <a:tabLst>
                <a:tab pos="552450" algn="l"/>
                <a:tab pos="898525" algn="l"/>
                <a:tab pos="1505585" algn="l"/>
              </a:tabLst>
            </a:pPr>
            <a:r>
              <a:rPr sz="2850" spc="-75" baseline="-29239" dirty="0">
                <a:latin typeface="Symbol"/>
                <a:cs typeface="Symbol"/>
              </a:rPr>
              <a:t></a:t>
            </a:r>
            <a:r>
              <a:rPr sz="2850" baseline="-29239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29239" dirty="0">
                <a:latin typeface="Symbol"/>
                <a:cs typeface="Symbol"/>
              </a:rPr>
              <a:t></a:t>
            </a:r>
            <a:endParaRPr sz="2850" baseline="-29239" dirty="0">
              <a:latin typeface="Symbol"/>
              <a:cs typeface="Symbol"/>
            </a:endParaRPr>
          </a:p>
          <a:p>
            <a:pPr marL="115570">
              <a:lnSpc>
                <a:spcPct val="100000"/>
              </a:lnSpc>
              <a:spcBef>
                <a:spcPts val="600"/>
              </a:spcBef>
              <a:tabLst>
                <a:tab pos="554355" algn="l"/>
                <a:tab pos="896619" algn="l"/>
                <a:tab pos="1313180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 dirty="0">
              <a:latin typeface="Symbol"/>
              <a:cs typeface="Symbol"/>
            </a:endParaRPr>
          </a:p>
          <a:p>
            <a:pPr marL="554990">
              <a:lnSpc>
                <a:spcPct val="100000"/>
              </a:lnSpc>
              <a:spcBef>
                <a:spcPts val="585"/>
              </a:spcBef>
              <a:tabLst>
                <a:tab pos="898525" algn="l"/>
              </a:tabLst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C26C987D-59E6-242D-9E91-A81A1F6D9CEF}"/>
              </a:ext>
            </a:extLst>
          </p:cNvPr>
          <p:cNvSpPr txBox="1"/>
          <p:nvPr/>
        </p:nvSpPr>
        <p:spPr>
          <a:xfrm>
            <a:off x="5086322" y="5258719"/>
            <a:ext cx="38417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pic>
        <p:nvPicPr>
          <p:cNvPr id="61" name="object 61">
            <a:extLst>
              <a:ext uri="{FF2B5EF4-FFF2-40B4-BE49-F238E27FC236}">
                <a16:creationId xmlns:a16="http://schemas.microsoft.com/office/drawing/2014/main" id="{30069900-688E-95E6-B2C6-2783896B07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59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700652"/>
            <a:ext cx="1187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8682" y="2751568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94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8682" y="2512617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942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8357" y="2620499"/>
            <a:ext cx="53975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01955" algn="l"/>
              </a:tabLst>
            </a:pP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89229"/>
            <a:ext cx="7298690" cy="200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Arial"/>
              <a:cs typeface="Arial"/>
            </a:endParaRPr>
          </a:p>
          <a:p>
            <a:pPr marL="355600" marR="247015" indent="-34353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Compute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base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600">
              <a:latin typeface="Arial"/>
              <a:cs typeface="Arial"/>
            </a:endParaRPr>
          </a:p>
          <a:p>
            <a:pPr marL="4586605">
              <a:lnSpc>
                <a:spcPct val="100000"/>
              </a:lnSpc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3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532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8682" y="3056043"/>
            <a:ext cx="54800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40" dirty="0">
                <a:latin typeface="Times New Roman"/>
                <a:cs typeface="Times New Roman"/>
              </a:rPr>
              <a:t>  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17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5392" y="2784419"/>
            <a:ext cx="66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600" y="2612506"/>
            <a:ext cx="41020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687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6363" y="2784419"/>
            <a:ext cx="5435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02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1605" y="2606956"/>
            <a:ext cx="72517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09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2050" i="1" spc="-50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9320" y="2496551"/>
            <a:ext cx="42418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3075" i="1" spc="-30" baseline="-23035" dirty="0">
                <a:latin typeface="Symbol"/>
                <a:cs typeface="Symbol"/>
              </a:rPr>
              <a:t></a:t>
            </a:r>
            <a:endParaRPr sz="3075" baseline="-23035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3282" y="2977472"/>
            <a:ext cx="598805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64820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2050" i="1" spc="-25" dirty="0">
                <a:latin typeface="Symbol"/>
                <a:cs typeface="Symbol"/>
              </a:rPr>
              <a:t>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5612" y="4495015"/>
            <a:ext cx="17132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9290" algn="l"/>
                <a:tab pos="960119" algn="l"/>
                <a:tab pos="1313815" algn="l"/>
                <a:tab pos="1605280" algn="l"/>
              </a:tabLst>
            </a:pPr>
            <a:r>
              <a:rPr sz="1900" spc="70" dirty="0">
                <a:latin typeface="Symbol"/>
                <a:cs typeface="Symbol"/>
              </a:rPr>
              <a:t>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5612" y="4796971"/>
            <a:ext cx="17132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9290" algn="l"/>
                <a:tab pos="1313815" algn="l"/>
              </a:tabLst>
            </a:pPr>
            <a:r>
              <a:rPr sz="1900" spc="70" dirty="0">
                <a:latin typeface="Symbol"/>
                <a:cs typeface="Symbol"/>
              </a:rPr>
              <a:t>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415" dirty="0">
                <a:latin typeface="Times New Roman"/>
                <a:cs typeface="Times New Roman"/>
              </a:rPr>
              <a:t>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47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415" dirty="0">
                <a:latin typeface="Times New Roman"/>
                <a:cs typeface="Times New Roman"/>
              </a:rPr>
              <a:t>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40" baseline="252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7481" y="4258042"/>
            <a:ext cx="18865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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</a:t>
            </a:r>
            <a:r>
              <a:rPr sz="2850" spc="-7" baseline="-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-150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2850" spc="-262" baseline="-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</a:t>
            </a:r>
            <a:r>
              <a:rPr sz="2850" spc="112" baseline="-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-150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2850" spc="-254" baseline="-2485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12881" y="4021088"/>
            <a:ext cx="18357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91845" algn="l"/>
                <a:tab pos="1436370" algn="l"/>
              </a:tabLst>
            </a:pPr>
            <a:r>
              <a:rPr sz="2850" spc="-15" baseline="5847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</a:t>
            </a:r>
            <a:r>
              <a:rPr sz="2850" spc="-15" baseline="5847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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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-277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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-270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85452" y="4718925"/>
            <a:ext cx="1889125" cy="334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819785" algn="l"/>
                <a:tab pos="1464310" algn="l"/>
              </a:tabLst>
            </a:pPr>
            <a:r>
              <a:rPr sz="1900" spc="-10" dirty="0">
                <a:latin typeface="Times New Roman"/>
                <a:cs typeface="Times New Roman"/>
              </a:rPr>
              <a:t>1</a:t>
            </a:r>
            <a:r>
              <a:rPr sz="1900" spc="-10" dirty="0">
                <a:latin typeface="Symbol"/>
                <a:cs typeface="Symbol"/>
              </a:rPr>
              <a:t></a:t>
            </a:r>
            <a:r>
              <a:rPr sz="1900" spc="-10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85" dirty="0">
                <a:latin typeface="Symbol"/>
                <a:cs typeface="Symbol"/>
              </a:rPr>
              <a:t></a:t>
            </a:r>
            <a:r>
              <a:rPr sz="2000" i="1" spc="-185" dirty="0">
                <a:latin typeface="Symbol"/>
                <a:cs typeface="Symbol"/>
              </a:rPr>
              <a:t></a:t>
            </a:r>
            <a:r>
              <a:rPr sz="2850" spc="-277" baseline="17543" dirty="0">
                <a:latin typeface="Arial"/>
                <a:cs typeface="Arial"/>
              </a:rPr>
              <a:t>˙</a:t>
            </a:r>
            <a:r>
              <a:rPr sz="2850" spc="-172" baseline="17543" dirty="0">
                <a:latin typeface="Arial"/>
                <a:cs typeface="Arial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85" dirty="0">
                <a:latin typeface="Symbol"/>
                <a:cs typeface="Symbol"/>
              </a:rPr>
              <a:t></a:t>
            </a:r>
            <a:r>
              <a:rPr sz="2000" i="1" spc="-185" dirty="0">
                <a:latin typeface="Symbol"/>
                <a:cs typeface="Symbol"/>
              </a:rPr>
              <a:t></a:t>
            </a:r>
            <a:r>
              <a:rPr sz="2850" spc="-277" baseline="17543" dirty="0">
                <a:latin typeface="Arial"/>
                <a:cs typeface="Arial"/>
              </a:rPr>
              <a:t>˙</a:t>
            </a:r>
            <a:r>
              <a:rPr sz="2850" spc="-157" baseline="17543" dirty="0">
                <a:latin typeface="Arial"/>
                <a:cs typeface="Arial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9002" y="4495015"/>
            <a:ext cx="76517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3530" algn="l"/>
                <a:tab pos="65659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39002" y="4796971"/>
            <a:ext cx="76517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56590" algn="l"/>
              </a:tabLst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415" dirty="0">
                <a:latin typeface="Times New Roman"/>
                <a:cs typeface="Times New Roman"/>
              </a:rPr>
              <a:t>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240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0859" y="4527594"/>
            <a:ext cx="8210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4475" algn="l"/>
                <a:tab pos="735330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39002" y="4021088"/>
            <a:ext cx="41148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-270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13602" y="4718925"/>
            <a:ext cx="1070610" cy="334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81990" algn="l"/>
                <a:tab pos="908050" algn="l"/>
              </a:tabLst>
            </a:pPr>
            <a:r>
              <a:rPr sz="1900" spc="-185" dirty="0">
                <a:latin typeface="Symbol"/>
                <a:cs typeface="Symbol"/>
              </a:rPr>
              <a:t></a:t>
            </a:r>
            <a:r>
              <a:rPr sz="2000" i="1" spc="-185" dirty="0">
                <a:latin typeface="Symbol"/>
                <a:cs typeface="Symbol"/>
              </a:rPr>
              <a:t></a:t>
            </a:r>
            <a:r>
              <a:rPr sz="2850" spc="-277" baseline="17543" dirty="0">
                <a:latin typeface="Arial"/>
                <a:cs typeface="Arial"/>
              </a:rPr>
              <a:t>˙</a:t>
            </a:r>
            <a:r>
              <a:rPr sz="2850" spc="-165" baseline="17543" dirty="0">
                <a:latin typeface="Arial"/>
                <a:cs typeface="Arial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36221" y="3941791"/>
            <a:ext cx="2921000" cy="11080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R="33655" algn="r">
              <a:lnSpc>
                <a:spcPct val="100000"/>
              </a:lnSpc>
              <a:spcBef>
                <a:spcPts val="570"/>
              </a:spcBef>
              <a:tabLst>
                <a:tab pos="711835" algn="l"/>
              </a:tabLst>
            </a:pPr>
            <a:r>
              <a:rPr sz="2850" baseline="-5847" dirty="0">
                <a:latin typeface="Symbol"/>
                <a:cs typeface="Symbol"/>
              </a:rPr>
              <a:t></a:t>
            </a:r>
            <a:r>
              <a:rPr sz="2850" spc="397" baseline="-5847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05"/>
              </a:spcBef>
              <a:tabLst>
                <a:tab pos="1126490" algn="l"/>
                <a:tab pos="2663190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1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200" dirty="0">
                <a:latin typeface="Times New Roman"/>
                <a:cs typeface="Times New Roman"/>
              </a:rPr>
              <a:t> </a:t>
            </a:r>
            <a:r>
              <a:rPr sz="1650" spc="-30" baseline="42929" dirty="0">
                <a:latin typeface="Times New Roman"/>
                <a:cs typeface="Times New Roman"/>
              </a:rPr>
              <a:t>1</a:t>
            </a:r>
            <a:r>
              <a:rPr sz="1900" i="1" spc="-20" dirty="0">
                <a:latin typeface="Times New Roman"/>
                <a:cs typeface="Times New Roman"/>
              </a:rPr>
              <a:t>R</a:t>
            </a:r>
            <a:r>
              <a:rPr sz="1650" spc="-30" baseline="42929" dirty="0">
                <a:latin typeface="Times New Roman"/>
                <a:cs typeface="Times New Roman"/>
              </a:rPr>
              <a:t>0</a:t>
            </a:r>
            <a:r>
              <a:rPr sz="2000" i="1" spc="-2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2850" spc="-254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85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</a:t>
            </a:r>
            <a:r>
              <a:rPr sz="2850" spc="30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2850" spc="75" baseline="24853" dirty="0">
                <a:latin typeface="Symbol"/>
                <a:cs typeface="Symbol"/>
              </a:rPr>
              <a:t></a:t>
            </a:r>
            <a:r>
              <a:rPr sz="1900" spc="50" dirty="0">
                <a:latin typeface="Symbol"/>
                <a:cs typeface="Symbol"/>
              </a:rPr>
              <a:t>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R="86995" algn="r">
              <a:lnSpc>
                <a:spcPct val="100000"/>
              </a:lnSpc>
              <a:spcBef>
                <a:spcPts val="58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4420" y="589229"/>
            <a:ext cx="6218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93214"/>
            <a:ext cx="11868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237102"/>
            <a:ext cx="1187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480940"/>
            <a:ext cx="1187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570931"/>
            <a:ext cx="797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spc="-20" dirty="0">
                <a:latin typeface="Arial"/>
                <a:cs typeface="Arial"/>
              </a:rPr>
              <a:t>Note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1843" y="2307770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7539" y="2073868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7539" y="1840487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7539" y="2455212"/>
            <a:ext cx="6546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6735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7599" y="2108361"/>
            <a:ext cx="116967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6559" algn="l"/>
                <a:tab pos="740410" algn="l"/>
                <a:tab pos="1061720" algn="l"/>
              </a:tabLst>
            </a:pPr>
            <a:r>
              <a:rPr sz="1900" spc="55" dirty="0">
                <a:latin typeface="Symbol"/>
                <a:cs typeface="Symbol"/>
              </a:rPr>
              <a:t>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7599" y="1874459"/>
            <a:ext cx="116967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6559" algn="l"/>
                <a:tab pos="740410" algn="l"/>
                <a:tab pos="1061720" algn="l"/>
              </a:tabLst>
            </a:pPr>
            <a:r>
              <a:rPr sz="1900" spc="55" dirty="0">
                <a:latin typeface="Symbol"/>
                <a:cs typeface="Symbol"/>
              </a:rPr>
              <a:t>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9829" y="2108361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9829" y="1874459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8734" y="2108361"/>
            <a:ext cx="4406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274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8734" y="1874459"/>
            <a:ext cx="4406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274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62380" y="2517262"/>
            <a:ext cx="9779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9988" y="2049880"/>
            <a:ext cx="21272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110" dirty="0">
                <a:latin typeface="Times New Roman"/>
                <a:cs typeface="Times New Roman"/>
              </a:rPr>
              <a:t> </a:t>
            </a:r>
            <a:r>
              <a:rPr sz="2850" spc="-75" baseline="-5847" dirty="0">
                <a:latin typeface="Symbol"/>
                <a:cs typeface="Symbol"/>
              </a:rPr>
              <a:t></a:t>
            </a:r>
            <a:endParaRPr sz="2850" baseline="-5847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52560" y="1684052"/>
            <a:ext cx="2654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2850" spc="-75" baseline="-36549" dirty="0">
                <a:latin typeface="Symbol"/>
                <a:cs typeface="Symbol"/>
              </a:rPr>
              <a:t>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7599" y="2420726"/>
            <a:ext cx="116967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0410" algn="l"/>
              </a:tabLst>
            </a:pPr>
            <a:r>
              <a:rPr sz="1900" spc="80" dirty="0">
                <a:latin typeface="Symbol"/>
                <a:cs typeface="Symbol"/>
              </a:rPr>
              <a:t></a:t>
            </a:r>
            <a:r>
              <a:rPr sz="1900" spc="380" dirty="0">
                <a:latin typeface="Times New Roman"/>
                <a:cs typeface="Times New Roman"/>
              </a:rPr>
              <a:t>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79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25" dirty="0">
                <a:latin typeface="Times New Roman"/>
                <a:cs typeface="Times New Roman"/>
              </a:rPr>
              <a:t>  </a:t>
            </a:r>
            <a:r>
              <a:rPr sz="1650" baseline="2525" dirty="0">
                <a:latin typeface="Times New Roman"/>
                <a:cs typeface="Times New Roman"/>
              </a:rPr>
              <a:t>2</a:t>
            </a:r>
            <a:r>
              <a:rPr sz="1650" spc="-52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8734" y="2420726"/>
            <a:ext cx="7918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3260" algn="l"/>
              </a:tabLst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650" baseline="2525" dirty="0">
                <a:latin typeface="Times New Roman"/>
                <a:cs typeface="Times New Roman"/>
              </a:rPr>
              <a:t>2</a:t>
            </a:r>
            <a:r>
              <a:rPr sz="1650" spc="-44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7668" y="2151414"/>
            <a:ext cx="78994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1460" algn="l"/>
                <a:tab pos="704215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65957" y="1641077"/>
            <a:ext cx="44132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Times New Roman"/>
                <a:cs typeface="Times New Roman"/>
              </a:rPr>
              <a:t>0</a:t>
            </a:r>
            <a:r>
              <a:rPr sz="2850" spc="-60" baseline="43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08734" y="1641077"/>
            <a:ext cx="4406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Times New Roman"/>
                <a:cs typeface="Times New Roman"/>
              </a:rPr>
              <a:t>0</a:t>
            </a:r>
            <a:r>
              <a:rPr sz="2850" spc="-75" baseline="43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12139" y="2272734"/>
            <a:ext cx="417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-4385" dirty="0">
                <a:latin typeface="Symbol"/>
                <a:cs typeface="Symbol"/>
              </a:rPr>
              <a:t></a:t>
            </a:r>
            <a:r>
              <a:rPr sz="2850" spc="352" baseline="-4385" dirty="0">
                <a:latin typeface="Times New Roman"/>
                <a:cs typeface="Times New Roman"/>
              </a:rPr>
              <a:t> </a:t>
            </a:r>
            <a:r>
              <a:rPr sz="3000" i="1" spc="-142" baseline="-15277" dirty="0">
                <a:latin typeface="Symbol"/>
                <a:cs typeface="Symbol"/>
              </a:rPr>
              <a:t></a:t>
            </a:r>
            <a:r>
              <a:rPr sz="1900" spc="-95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27271" y="2341206"/>
            <a:ext cx="14052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951230" algn="l"/>
              </a:tabLst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2850" spc="-172" baseline="2923" dirty="0">
                <a:latin typeface="Symbol"/>
                <a:cs typeface="Symbol"/>
              </a:rPr>
              <a:t></a:t>
            </a:r>
            <a:r>
              <a:rPr sz="2000" i="1" spc="-114" dirty="0">
                <a:latin typeface="Symbol"/>
                <a:cs typeface="Symbol"/>
              </a:rPr>
              <a:t></a:t>
            </a:r>
            <a:r>
              <a:rPr sz="2850" spc="-172" baseline="16081" dirty="0">
                <a:latin typeface="Arial"/>
                <a:cs typeface="Arial"/>
              </a:rPr>
              <a:t>˙</a:t>
            </a:r>
            <a:r>
              <a:rPr sz="2850" spc="-52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spc="-225" baseline="2923" dirty="0">
                <a:latin typeface="Symbol"/>
                <a:cs typeface="Symbol"/>
              </a:rPr>
              <a:t></a:t>
            </a:r>
            <a:r>
              <a:rPr sz="2000" i="1" spc="-150" dirty="0">
                <a:latin typeface="Symbol"/>
                <a:cs typeface="Symbol"/>
              </a:rPr>
              <a:t></a:t>
            </a:r>
            <a:r>
              <a:rPr sz="2850" spc="-225" baseline="16081" dirty="0">
                <a:latin typeface="Arial"/>
                <a:cs typeface="Arial"/>
              </a:rPr>
              <a:t>˙</a:t>
            </a:r>
            <a:r>
              <a:rPr sz="2850" spc="37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endParaRPr sz="2850" baseline="2923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3334" y="2341206"/>
            <a:ext cx="4914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spc="-232" baseline="2923" dirty="0">
                <a:latin typeface="Symbol"/>
                <a:cs typeface="Symbol"/>
              </a:rPr>
              <a:t></a:t>
            </a:r>
            <a:r>
              <a:rPr sz="2000" i="1" spc="-155" dirty="0">
                <a:latin typeface="Symbol"/>
                <a:cs typeface="Symbol"/>
              </a:rPr>
              <a:t></a:t>
            </a:r>
            <a:r>
              <a:rPr sz="2850" spc="-232" baseline="16081" dirty="0">
                <a:latin typeface="Arial"/>
                <a:cs typeface="Arial"/>
              </a:rPr>
              <a:t>˙</a:t>
            </a:r>
            <a:r>
              <a:rPr sz="2850" spc="52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endParaRPr sz="2850" baseline="2923">
              <a:latin typeface="Symbol"/>
              <a:cs typeface="Symbo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412139" y="1609521"/>
            <a:ext cx="7054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="0" spc="-120" baseline="4385" dirty="0">
                <a:solidFill>
                  <a:srgbClr val="000000"/>
                </a:solidFill>
                <a:latin typeface="Symbol"/>
                <a:cs typeface="Symbol"/>
              </a:rPr>
              <a:t></a:t>
            </a:r>
            <a:r>
              <a:rPr sz="1900" b="0" i="1" spc="-8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9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00" b="0" i="1" spc="-80" dirty="0">
                <a:solidFill>
                  <a:srgbClr val="000000"/>
                </a:solidFill>
                <a:latin typeface="Symbol"/>
                <a:cs typeface="Symbol"/>
              </a:rPr>
              <a:t></a:t>
            </a:r>
            <a:r>
              <a:rPr sz="2850" b="0" spc="-120" baseline="16081" dirty="0">
                <a:solidFill>
                  <a:srgbClr val="000000"/>
                </a:solidFill>
                <a:latin typeface="Arial"/>
                <a:cs typeface="Arial"/>
              </a:rPr>
              <a:t>˙</a:t>
            </a:r>
            <a:r>
              <a:rPr sz="2850" b="0" spc="-67" baseline="1608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50" b="0" spc="-75" baseline="4385" dirty="0">
                <a:solidFill>
                  <a:srgbClr val="000000"/>
                </a:solidFill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7859" y="1975370"/>
            <a:ext cx="2195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24510" algn="l"/>
                <a:tab pos="827405" algn="l"/>
                <a:tab pos="1155700" algn="l"/>
                <a:tab pos="1487170" algn="l"/>
                <a:tab pos="1777364" algn="l"/>
              </a:tabLst>
            </a:pPr>
            <a:r>
              <a:rPr sz="1900" i="1" spc="25" dirty="0">
                <a:latin typeface="Times New Roman"/>
                <a:cs typeface="Times New Roman"/>
              </a:rPr>
              <a:t>c</a:t>
            </a:r>
            <a:r>
              <a:rPr sz="1900" spc="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60" dirty="0">
                <a:latin typeface="Times New Roman"/>
                <a:cs typeface="Times New Roman"/>
              </a:rPr>
              <a:t>c</a:t>
            </a:r>
            <a:r>
              <a:rPr sz="1900" spc="-60" dirty="0">
                <a:latin typeface="Times New Roman"/>
                <a:cs typeface="Times New Roman"/>
              </a:rPr>
              <a:t>2</a:t>
            </a:r>
            <a:r>
              <a:rPr sz="2000" i="1" spc="-60" dirty="0">
                <a:latin typeface="Symbol"/>
                <a:cs typeface="Symbol"/>
              </a:rPr>
              <a:t></a:t>
            </a:r>
            <a:r>
              <a:rPr sz="2850" spc="-89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9829" y="1550101"/>
            <a:ext cx="1983105" cy="11233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811530" algn="l"/>
                <a:tab pos="1235710" algn="l"/>
              </a:tabLst>
            </a:pPr>
            <a:r>
              <a:rPr sz="2850" baseline="-4385" dirty="0">
                <a:latin typeface="Symbol"/>
                <a:cs typeface="Symbol"/>
              </a:rPr>
              <a:t></a:t>
            </a:r>
            <a:r>
              <a:rPr sz="2850" spc="337" baseline="-4385" dirty="0">
                <a:latin typeface="Times New Roman"/>
                <a:cs typeface="Times New Roman"/>
              </a:rPr>
              <a:t> </a:t>
            </a:r>
            <a:r>
              <a:rPr sz="1900" i="1" spc="25" dirty="0">
                <a:latin typeface="Times New Roman"/>
                <a:cs typeface="Times New Roman"/>
              </a:rPr>
              <a:t>c</a:t>
            </a:r>
            <a:r>
              <a:rPr sz="1900" spc="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75" dirty="0">
                <a:latin typeface="Times New Roman"/>
                <a:cs typeface="Times New Roman"/>
              </a:rPr>
              <a:t>s</a:t>
            </a:r>
            <a:r>
              <a:rPr sz="1900" spc="75" dirty="0">
                <a:latin typeface="Times New Roman"/>
                <a:cs typeface="Times New Roman"/>
              </a:rPr>
              <a:t>2</a:t>
            </a:r>
            <a:r>
              <a:rPr sz="2850" spc="112" baseline="-4385" dirty="0">
                <a:latin typeface="Symbol"/>
                <a:cs typeface="Symbol"/>
              </a:rPr>
              <a:t></a:t>
            </a:r>
            <a:r>
              <a:rPr sz="2850" spc="-262" baseline="-4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2850" spc="-75" baseline="-4385" dirty="0">
                <a:latin typeface="Symbol"/>
                <a:cs typeface="Symbol"/>
              </a:rPr>
              <a:t></a:t>
            </a:r>
            <a:endParaRPr sz="2850" baseline="-4385">
              <a:latin typeface="Symbol"/>
              <a:cs typeface="Symbol"/>
            </a:endParaRPr>
          </a:p>
          <a:p>
            <a:pPr marR="226695" algn="ctr">
              <a:lnSpc>
                <a:spcPct val="100000"/>
              </a:lnSpc>
              <a:spcBef>
                <a:spcPts val="60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53365" algn="l"/>
                <a:tab pos="748665" algn="l"/>
              </a:tabLst>
            </a:pPr>
            <a:r>
              <a:rPr sz="2850" spc="-75" baseline="2923" dirty="0">
                <a:latin typeface="Symbol"/>
                <a:cs typeface="Symbol"/>
              </a:rPr>
              <a:t>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50" dirty="0">
                <a:latin typeface="Symbol"/>
                <a:cs typeface="Symbol"/>
              </a:rPr>
              <a:t></a:t>
            </a:r>
            <a:r>
              <a:rPr sz="1900" spc="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41005" y="1975370"/>
            <a:ext cx="24993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424940" algn="l"/>
                <a:tab pos="1757045" algn="l"/>
                <a:tab pos="2050414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2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650" baseline="42929" dirty="0">
                <a:latin typeface="Times New Roman"/>
                <a:cs typeface="Times New Roman"/>
              </a:rPr>
              <a:t>2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baseline="42929" dirty="0">
                <a:latin typeface="Times New Roman"/>
                <a:cs typeface="Times New Roman"/>
              </a:rPr>
              <a:t>1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6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30" dirty="0">
                <a:latin typeface="Times New Roman"/>
                <a:cs typeface="Times New Roman"/>
              </a:rPr>
              <a:t>s</a:t>
            </a:r>
            <a:r>
              <a:rPr sz="1900" spc="30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57833" y="3352062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12570" y="3352062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12570" y="311458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12570" y="373331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52954" y="3391631"/>
            <a:ext cx="4267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813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52954" y="3154176"/>
            <a:ext cx="4267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813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22335" y="3589538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22335" y="373331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88960" y="3352062"/>
            <a:ext cx="6540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4546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88960" y="311458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81595" y="3391631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81595" y="3154176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22173" y="3391631"/>
            <a:ext cx="78041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7500" algn="l"/>
                <a:tab pos="67183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04335" y="3688727"/>
            <a:ext cx="7124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75615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3</a:t>
            </a:r>
            <a:r>
              <a:rPr sz="1100" spc="-120" dirty="0">
                <a:latin typeface="Times New Roman"/>
                <a:cs typeface="Times New Roman"/>
              </a:rPr>
              <a:t> </a:t>
            </a:r>
            <a:r>
              <a:rPr sz="2850" spc="-75" baseline="-10233" dirty="0">
                <a:latin typeface="Symbol"/>
                <a:cs typeface="Symbol"/>
              </a:rPr>
              <a:t></a:t>
            </a:r>
            <a:endParaRPr sz="2850" baseline="-10233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22173" y="2916701"/>
            <a:ext cx="426084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Times New Roman"/>
                <a:cs typeface="Times New Roman"/>
              </a:rPr>
              <a:t>0</a:t>
            </a:r>
            <a:r>
              <a:rPr sz="2850" spc="-187" baseline="43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19415" y="3423778"/>
            <a:ext cx="977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91377" y="2955788"/>
            <a:ext cx="3124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2850" spc="-75" baseline="-36549" dirty="0">
                <a:latin typeface="Symbol"/>
                <a:cs typeface="Symbol"/>
              </a:rPr>
              <a:t>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52954" y="3693737"/>
            <a:ext cx="4267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10" dirty="0">
                <a:latin typeface="Times New Roman"/>
                <a:cs typeface="Times New Roman"/>
              </a:rPr>
              <a:t>  </a:t>
            </a:r>
            <a:r>
              <a:rPr sz="1650" baseline="2525" dirty="0">
                <a:latin typeface="Times New Roman"/>
                <a:cs typeface="Times New Roman"/>
              </a:rPr>
              <a:t>3</a:t>
            </a:r>
            <a:r>
              <a:rPr sz="1650" spc="-179" baseline="252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856195" y="3693737"/>
            <a:ext cx="58293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71805" algn="l"/>
              </a:tabLst>
            </a:pPr>
            <a:r>
              <a:rPr sz="1900" spc="40" dirty="0">
                <a:latin typeface="Symbol"/>
                <a:cs typeface="Symbol"/>
              </a:rPr>
              <a:t></a:t>
            </a:r>
            <a:r>
              <a:rPr sz="2850" spc="60" baseline="-8771" dirty="0">
                <a:latin typeface="Symbol"/>
                <a:cs typeface="Symbol"/>
              </a:rPr>
              <a:t></a:t>
            </a:r>
            <a:r>
              <a:rPr sz="2850" baseline="-8771" dirty="0">
                <a:latin typeface="Times New Roman"/>
                <a:cs typeface="Times New Roman"/>
              </a:rPr>
              <a:t>	</a:t>
            </a:r>
            <a:r>
              <a:rPr sz="1650" spc="-75" baseline="2525" dirty="0">
                <a:latin typeface="Times New Roman"/>
                <a:cs typeface="Times New Roman"/>
              </a:rPr>
              <a:t>2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36078" y="3423778"/>
            <a:ext cx="977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08039" y="2955788"/>
            <a:ext cx="2603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130" dirty="0">
                <a:latin typeface="Times New Roman"/>
                <a:cs typeface="Times New Roman"/>
              </a:rPr>
              <a:t> </a:t>
            </a:r>
            <a:r>
              <a:rPr sz="2850" spc="-75" baseline="-36549" dirty="0">
                <a:latin typeface="Symbol"/>
                <a:cs typeface="Symbol"/>
              </a:rPr>
              <a:t>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22173" y="3693737"/>
            <a:ext cx="78041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71830" algn="l"/>
              </a:tabLst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10" dirty="0">
                <a:latin typeface="Times New Roman"/>
                <a:cs typeface="Times New Roman"/>
              </a:rPr>
              <a:t>  </a:t>
            </a:r>
            <a:r>
              <a:rPr sz="1650" baseline="2525" dirty="0">
                <a:latin typeface="Times New Roman"/>
                <a:cs typeface="Times New Roman"/>
              </a:rPr>
              <a:t>3</a:t>
            </a:r>
            <a:r>
              <a:rPr sz="1650" spc="-187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59300" y="3423778"/>
            <a:ext cx="8343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0190" algn="l"/>
                <a:tab pos="748665" algn="l"/>
              </a:tabLst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52954" y="2916701"/>
            <a:ext cx="4267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Times New Roman"/>
                <a:cs typeface="Times New Roman"/>
              </a:rPr>
              <a:t>0</a:t>
            </a:r>
            <a:r>
              <a:rPr sz="2850" spc="-179" baseline="43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81707" y="3629111"/>
            <a:ext cx="38671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9554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42753" y="3614065"/>
            <a:ext cx="5613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latin typeface="Symbol"/>
                <a:cs typeface="Symbol"/>
              </a:rPr>
              <a:t></a:t>
            </a:r>
            <a:r>
              <a:rPr sz="1900" spc="-270" dirty="0">
                <a:latin typeface="Times New Roman"/>
                <a:cs typeface="Times New Roman"/>
              </a:rPr>
              <a:t> </a:t>
            </a:r>
            <a:r>
              <a:rPr sz="2000" i="1" spc="-215" dirty="0">
                <a:latin typeface="Symbol"/>
                <a:cs typeface="Symbol"/>
              </a:rPr>
              <a:t></a:t>
            </a:r>
            <a:r>
              <a:rPr sz="2850" spc="-322" baseline="17543" dirty="0">
                <a:latin typeface="Arial"/>
                <a:cs typeface="Arial"/>
              </a:rPr>
              <a:t>˙</a:t>
            </a:r>
            <a:r>
              <a:rPr sz="2850" spc="44" baseline="17543" dirty="0">
                <a:latin typeface="Arial"/>
                <a:cs typeface="Arial"/>
              </a:rPr>
              <a:t> </a:t>
            </a:r>
            <a:r>
              <a:rPr sz="2850" spc="-75" baseline="8771" dirty="0">
                <a:latin typeface="Symbol"/>
                <a:cs typeface="Symbol"/>
              </a:rPr>
              <a:t></a:t>
            </a:r>
            <a:endParaRPr sz="2850" baseline="8771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87170" y="3540919"/>
            <a:ext cx="31432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spc="-150" baseline="-8771" dirty="0">
                <a:latin typeface="Symbol"/>
                <a:cs typeface="Symbol"/>
              </a:rPr>
              <a:t></a:t>
            </a:r>
            <a:r>
              <a:rPr sz="3000" i="1" spc="-150" baseline="-16666" dirty="0">
                <a:latin typeface="Symbol"/>
                <a:cs typeface="Symbol"/>
              </a:rPr>
              <a:t></a:t>
            </a:r>
            <a:r>
              <a:rPr sz="1900" spc="-10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071111" y="3187749"/>
            <a:ext cx="1079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27554" y="3615569"/>
            <a:ext cx="4775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190" dirty="0">
                <a:latin typeface="Symbol"/>
                <a:cs typeface="Symbol"/>
              </a:rPr>
              <a:t></a:t>
            </a:r>
            <a:r>
              <a:rPr sz="2000" i="1" spc="-190" dirty="0">
                <a:latin typeface="Symbol"/>
                <a:cs typeface="Symbol"/>
              </a:rPr>
              <a:t></a:t>
            </a:r>
            <a:r>
              <a:rPr sz="2850" spc="-284" baseline="17543" dirty="0">
                <a:latin typeface="Arial"/>
                <a:cs typeface="Arial"/>
              </a:rPr>
              <a:t>˙</a:t>
            </a:r>
            <a:r>
              <a:rPr sz="2850" spc="37" baseline="17543" dirty="0">
                <a:latin typeface="Arial"/>
                <a:cs typeface="Arial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31376" y="3615569"/>
            <a:ext cx="6565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50" dirty="0">
                <a:latin typeface="Times New Roman"/>
                <a:cs typeface="Times New Roman"/>
              </a:rPr>
              <a:t>1</a:t>
            </a:r>
            <a:r>
              <a:rPr sz="1900" spc="50" dirty="0">
                <a:latin typeface="Symbol"/>
                <a:cs typeface="Symbol"/>
              </a:rPr>
              <a:t></a:t>
            </a:r>
            <a:r>
              <a:rPr sz="2850" spc="75" baseline="8771" dirty="0">
                <a:latin typeface="Symbol"/>
                <a:cs typeface="Symbol"/>
              </a:rPr>
              <a:t></a:t>
            </a:r>
            <a:r>
              <a:rPr sz="2850" spc="382" baseline="8771" dirty="0">
                <a:latin typeface="Times New Roman"/>
                <a:cs typeface="Times New Roman"/>
              </a:rPr>
              <a:t> </a:t>
            </a:r>
            <a:r>
              <a:rPr sz="2000" i="1" spc="-75" dirty="0">
                <a:latin typeface="Symbol"/>
                <a:cs typeface="Symbol"/>
              </a:rPr>
              <a:t></a:t>
            </a:r>
            <a:r>
              <a:rPr sz="2850" spc="-112" baseline="17543" dirty="0">
                <a:latin typeface="Arial"/>
                <a:cs typeface="Arial"/>
              </a:rPr>
              <a:t>˙</a:t>
            </a:r>
            <a:endParaRPr sz="2850" baseline="17543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387368" y="3187749"/>
            <a:ext cx="1079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896773" y="3615569"/>
            <a:ext cx="47688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190" dirty="0">
                <a:latin typeface="Symbol"/>
                <a:cs typeface="Symbol"/>
              </a:rPr>
              <a:t></a:t>
            </a:r>
            <a:r>
              <a:rPr sz="2000" i="1" spc="-190" dirty="0">
                <a:latin typeface="Symbol"/>
                <a:cs typeface="Symbol"/>
              </a:rPr>
              <a:t></a:t>
            </a:r>
            <a:r>
              <a:rPr sz="2850" spc="-284" baseline="17543" dirty="0">
                <a:latin typeface="Arial"/>
                <a:cs typeface="Arial"/>
              </a:rPr>
              <a:t>˙</a:t>
            </a:r>
            <a:r>
              <a:rPr sz="2850" spc="30" baseline="17543" dirty="0">
                <a:latin typeface="Arial"/>
                <a:cs typeface="Arial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308620" y="3247348"/>
            <a:ext cx="182626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68300" algn="l"/>
                <a:tab pos="696595" algn="l"/>
                <a:tab pos="1017905" algn="l"/>
                <a:tab pos="1364615" algn="l"/>
              </a:tabLst>
            </a:pPr>
            <a:r>
              <a:rPr sz="2000" i="1" spc="-50" dirty="0">
                <a:latin typeface="Symbol"/>
                <a:cs typeface="Symbol"/>
              </a:rPr>
              <a:t>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55" dirty="0">
                <a:latin typeface="Times New Roman"/>
                <a:cs typeface="Times New Roman"/>
              </a:rPr>
              <a:t>c</a:t>
            </a:r>
            <a:r>
              <a:rPr sz="1900" spc="-55" dirty="0">
                <a:latin typeface="Times New Roman"/>
                <a:cs typeface="Times New Roman"/>
              </a:rPr>
              <a:t>23</a:t>
            </a:r>
            <a:r>
              <a:rPr sz="2000" i="1" spc="-55" dirty="0"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87170" y="2881117"/>
            <a:ext cx="9169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baseline="4385" dirty="0">
                <a:latin typeface="Symbol"/>
                <a:cs typeface="Symbol"/>
              </a:rPr>
              <a:t></a:t>
            </a:r>
            <a:r>
              <a:rPr sz="2850" spc="-104" baseline="4385" dirty="0">
                <a:latin typeface="Times New Roman"/>
                <a:cs typeface="Times New Roman"/>
              </a:rPr>
              <a:t> </a:t>
            </a:r>
            <a:r>
              <a:rPr sz="1900" i="1" spc="-65" dirty="0">
                <a:latin typeface="Times New Roman"/>
                <a:cs typeface="Times New Roman"/>
              </a:rPr>
              <a:t>s</a:t>
            </a:r>
            <a:r>
              <a:rPr sz="1900" spc="-65" dirty="0">
                <a:latin typeface="Times New Roman"/>
                <a:cs typeface="Times New Roman"/>
              </a:rPr>
              <a:t>23</a:t>
            </a:r>
            <a:r>
              <a:rPr sz="2000" i="1" spc="-65" dirty="0">
                <a:latin typeface="Symbol"/>
                <a:cs typeface="Symbol"/>
              </a:rPr>
              <a:t></a:t>
            </a:r>
            <a:r>
              <a:rPr sz="2850" spc="-97" baseline="17543" dirty="0">
                <a:latin typeface="Arial"/>
                <a:cs typeface="Arial"/>
              </a:rPr>
              <a:t>˙</a:t>
            </a:r>
            <a:r>
              <a:rPr sz="2850" spc="240" baseline="17543" dirty="0">
                <a:latin typeface="Arial"/>
                <a:cs typeface="Arial"/>
              </a:rPr>
              <a:t> </a:t>
            </a:r>
            <a:r>
              <a:rPr sz="2850" spc="-75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43607" y="2807310"/>
            <a:ext cx="2162810" cy="11398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15"/>
              </a:spcBef>
              <a:tabLst>
                <a:tab pos="786765" algn="l"/>
                <a:tab pos="1227455" algn="l"/>
              </a:tabLst>
            </a:pPr>
            <a:r>
              <a:rPr sz="2850" baseline="-4385" dirty="0">
                <a:latin typeface="Symbol"/>
                <a:cs typeface="Symbol"/>
              </a:rPr>
              <a:t></a:t>
            </a:r>
            <a:r>
              <a:rPr sz="2850" spc="390" baseline="-4385" dirty="0">
                <a:latin typeface="Times New Roman"/>
                <a:cs typeface="Times New Roman"/>
              </a:rPr>
              <a:t> </a:t>
            </a:r>
            <a:r>
              <a:rPr sz="1900" i="1" spc="-35" dirty="0">
                <a:latin typeface="Times New Roman"/>
                <a:cs typeface="Times New Roman"/>
              </a:rPr>
              <a:t>c</a:t>
            </a:r>
            <a:r>
              <a:rPr sz="1900" spc="-3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35" dirty="0">
                <a:latin typeface="Times New Roman"/>
                <a:cs typeface="Times New Roman"/>
              </a:rPr>
              <a:t>0</a:t>
            </a:r>
            <a:r>
              <a:rPr sz="2850" spc="-52" baseline="-4385" dirty="0">
                <a:latin typeface="Symbol"/>
                <a:cs typeface="Symbol"/>
              </a:rPr>
              <a:t></a:t>
            </a:r>
            <a:r>
              <a:rPr sz="2850" spc="-52" baseline="4385" dirty="0">
                <a:latin typeface="Symbol"/>
                <a:cs typeface="Symbol"/>
              </a:rPr>
              <a:t></a:t>
            </a:r>
            <a:r>
              <a:rPr sz="1900" i="1" spc="-35" dirty="0">
                <a:latin typeface="Times New Roman"/>
                <a:cs typeface="Times New Roman"/>
              </a:rPr>
              <a:t>s</a:t>
            </a:r>
            <a:r>
              <a:rPr sz="1900" spc="-35" dirty="0">
                <a:latin typeface="Times New Roman"/>
                <a:cs typeface="Times New Roman"/>
              </a:rPr>
              <a:t>2</a:t>
            </a:r>
            <a:r>
              <a:rPr sz="2000" i="1" spc="-35" dirty="0">
                <a:latin typeface="Symbol"/>
                <a:cs typeface="Symbol"/>
              </a:rPr>
              <a:t></a:t>
            </a:r>
            <a:r>
              <a:rPr sz="2850" spc="-52" baseline="17543" dirty="0">
                <a:latin typeface="Arial"/>
                <a:cs typeface="Arial"/>
              </a:rPr>
              <a:t>˙</a:t>
            </a:r>
            <a:r>
              <a:rPr sz="2850" spc="-135" baseline="17543" dirty="0">
                <a:latin typeface="Arial"/>
                <a:cs typeface="Arial"/>
              </a:rPr>
              <a:t> </a:t>
            </a:r>
            <a:r>
              <a:rPr sz="2850" spc="-75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  <a:p>
            <a:pPr marL="777240">
              <a:lnSpc>
                <a:spcPct val="100000"/>
              </a:lnSpc>
              <a:spcBef>
                <a:spcPts val="580"/>
              </a:spcBef>
              <a:tabLst>
                <a:tab pos="1227455" algn="l"/>
                <a:tab pos="1555750" algn="l"/>
              </a:tabLst>
            </a:pP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 marL="828675">
              <a:lnSpc>
                <a:spcPct val="100000"/>
              </a:lnSpc>
              <a:spcBef>
                <a:spcPts val="61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02564" y="3247348"/>
            <a:ext cx="25425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143635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3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200" dirty="0">
                <a:latin typeface="Times New Roman"/>
                <a:cs typeface="Times New Roman"/>
              </a:rPr>
              <a:t> </a:t>
            </a:r>
            <a:r>
              <a:rPr sz="1650" spc="-30" baseline="42929" dirty="0">
                <a:latin typeface="Times New Roman"/>
                <a:cs typeface="Times New Roman"/>
              </a:rPr>
              <a:t>3</a:t>
            </a:r>
            <a:r>
              <a:rPr sz="1900" i="1" spc="-20" dirty="0">
                <a:latin typeface="Times New Roman"/>
                <a:cs typeface="Times New Roman"/>
              </a:rPr>
              <a:t>R</a:t>
            </a:r>
            <a:r>
              <a:rPr sz="1650" spc="-30" baseline="42929" dirty="0">
                <a:latin typeface="Times New Roman"/>
                <a:cs typeface="Times New Roman"/>
              </a:rPr>
              <a:t>2</a:t>
            </a:r>
            <a:r>
              <a:rPr sz="2000" i="1" spc="-2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2850" spc="-142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</a:t>
            </a:r>
            <a:r>
              <a:rPr sz="2850" spc="60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33409" y="4634955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189429" y="4634955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189429" y="4398101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189429" y="5015211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618274" y="4674420"/>
            <a:ext cx="3390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618274" y="4437586"/>
            <a:ext cx="3390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288021" y="4634955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544041" y="4634955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544041" y="4398101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436658" y="4674420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436658" y="4437586"/>
            <a:ext cx="1206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57247" y="4674420"/>
            <a:ext cx="6921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3565" algn="l"/>
              </a:tabLst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957247" y="4975735"/>
            <a:ext cx="6921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3565" algn="l"/>
              </a:tabLst>
            </a:pPr>
            <a:r>
              <a:rPr sz="1900" dirty="0">
                <a:latin typeface="Symbol"/>
                <a:cs typeface="Symbol"/>
              </a:rPr>
              <a:t>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380820" y="4970738"/>
            <a:ext cx="7112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74980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3</a:t>
            </a:r>
            <a:r>
              <a:rPr sz="1100" spc="-120" dirty="0">
                <a:latin typeface="Times New Roman"/>
                <a:cs typeface="Times New Roman"/>
              </a:rPr>
              <a:t> </a:t>
            </a:r>
            <a:r>
              <a:rPr sz="2850" spc="-75" baseline="-10233" dirty="0">
                <a:latin typeface="Symbol"/>
                <a:cs typeface="Symbol"/>
              </a:rPr>
              <a:t></a:t>
            </a:r>
            <a:endParaRPr sz="2850" baseline="-10233">
              <a:latin typeface="Symbol"/>
              <a:cs typeface="Symbo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957247" y="4200733"/>
            <a:ext cx="3390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latin typeface="Symbol"/>
                <a:cs typeface="Symbol"/>
              </a:rPr>
              <a:t></a:t>
            </a:r>
            <a:r>
              <a:rPr sz="2850" spc="-37" baseline="438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795635" y="4706483"/>
            <a:ext cx="9779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767804" y="4239718"/>
            <a:ext cx="3117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2850" spc="-75" baseline="-36549" dirty="0">
                <a:latin typeface="Symbol"/>
                <a:cs typeface="Symbol"/>
              </a:rPr>
              <a:t>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98558" y="4975735"/>
            <a:ext cx="15963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811530" algn="l"/>
                <a:tab pos="1231900" algn="l"/>
              </a:tabLst>
            </a:pPr>
            <a:r>
              <a:rPr sz="1900" spc="65" dirty="0">
                <a:latin typeface="Symbol"/>
                <a:cs typeface="Symbol"/>
              </a:rPr>
              <a:t></a:t>
            </a:r>
            <a:r>
              <a:rPr sz="2850" spc="97" baseline="-8771" dirty="0">
                <a:latin typeface="Symbol"/>
                <a:cs typeface="Symbol"/>
              </a:rPr>
              <a:t></a:t>
            </a:r>
            <a:r>
              <a:rPr sz="2850" spc="735" baseline="-8771" dirty="0">
                <a:latin typeface="Times New Roman"/>
                <a:cs typeface="Times New Roman"/>
              </a:rPr>
              <a:t> </a:t>
            </a:r>
            <a:r>
              <a:rPr sz="1650" spc="-75" baseline="2525" dirty="0">
                <a:latin typeface="Times New Roman"/>
                <a:cs typeface="Times New Roman"/>
              </a:rPr>
              <a:t>2</a:t>
            </a:r>
            <a:r>
              <a:rPr sz="1650" baseline="2525" dirty="0">
                <a:latin typeface="Times New Roman"/>
                <a:cs typeface="Times New Roman"/>
              </a:rPr>
              <a:t>	3</a:t>
            </a:r>
            <a:r>
              <a:rPr sz="1650" spc="-179" baseline="2525" dirty="0">
                <a:latin typeface="Times New Roman"/>
                <a:cs typeface="Times New Roman"/>
              </a:rPr>
              <a:t> </a:t>
            </a:r>
            <a:r>
              <a:rPr sz="2850" spc="-75" baseline="-8771" dirty="0">
                <a:latin typeface="Symbol"/>
                <a:cs typeface="Symbol"/>
              </a:rPr>
              <a:t></a:t>
            </a:r>
            <a:r>
              <a:rPr sz="2850" baseline="-8771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150247" y="4706483"/>
            <a:ext cx="9779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22213" y="4239718"/>
            <a:ext cx="31178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2850" spc="-75" baseline="-36549" dirty="0">
                <a:latin typeface="Symbol"/>
                <a:cs typeface="Symbol"/>
              </a:rPr>
              <a:t>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915452" y="4706483"/>
            <a:ext cx="81978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4635" algn="l"/>
                <a:tab pos="734695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6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618274" y="4200733"/>
            <a:ext cx="3390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latin typeface="Symbol"/>
                <a:cs typeface="Symbol"/>
              </a:rPr>
              <a:t></a:t>
            </a:r>
            <a:r>
              <a:rPr sz="2850" spc="-37" baseline="438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957247" y="4911278"/>
            <a:ext cx="81597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3565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23009" y="4530491"/>
            <a:ext cx="1416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spc="-480" dirty="0"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519608" y="4896247"/>
            <a:ext cx="5600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Symbol"/>
                <a:cs typeface="Symbol"/>
              </a:rPr>
              <a:t></a:t>
            </a:r>
            <a:r>
              <a:rPr sz="1900" spc="-275" dirty="0">
                <a:latin typeface="Times New Roman"/>
                <a:cs typeface="Times New Roman"/>
              </a:rPr>
              <a:t> </a:t>
            </a:r>
            <a:r>
              <a:rPr sz="2000" i="1" spc="-215" dirty="0">
                <a:latin typeface="Symbol"/>
                <a:cs typeface="Symbol"/>
              </a:rPr>
              <a:t></a:t>
            </a:r>
            <a:r>
              <a:rPr sz="2850" spc="-322" baseline="16081" dirty="0">
                <a:latin typeface="Arial"/>
                <a:cs typeface="Arial"/>
              </a:rPr>
              <a:t>˙</a:t>
            </a:r>
            <a:r>
              <a:rPr sz="2850" spc="30" baseline="16081" dirty="0">
                <a:latin typeface="Arial"/>
                <a:cs typeface="Arial"/>
              </a:rPr>
              <a:t> </a:t>
            </a:r>
            <a:r>
              <a:rPr sz="2850" spc="-75" baseline="8771" dirty="0">
                <a:latin typeface="Symbol"/>
                <a:cs typeface="Symbol"/>
              </a:rPr>
              <a:t></a:t>
            </a:r>
            <a:endParaRPr sz="2850" baseline="8771">
              <a:latin typeface="Symbol"/>
              <a:cs typeface="Symbo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164029" y="4823293"/>
            <a:ext cx="3149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spc="-135" baseline="-8771" dirty="0">
                <a:latin typeface="Symbol"/>
                <a:cs typeface="Symbol"/>
              </a:rPr>
              <a:t></a:t>
            </a:r>
            <a:r>
              <a:rPr sz="3000" i="1" spc="-135" baseline="-15277" dirty="0">
                <a:latin typeface="Symbol"/>
                <a:cs typeface="Symbol"/>
              </a:rPr>
              <a:t></a:t>
            </a:r>
            <a:r>
              <a:rPr sz="1900" spc="-9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747617" y="4471071"/>
            <a:ext cx="1079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102026" y="4471071"/>
            <a:ext cx="1079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Arial"/>
                <a:cs typeface="Arial"/>
              </a:rPr>
              <a:t>˙</a:t>
            </a:r>
            <a:endParaRPr sz="1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30253" y="4530491"/>
            <a:ext cx="13798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5910" algn="l"/>
                <a:tab pos="573405" algn="l"/>
                <a:tab pos="920115" algn="l"/>
              </a:tabLst>
            </a:pPr>
            <a:r>
              <a:rPr sz="1900" spc="-50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6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60" dirty="0">
                <a:latin typeface="Times New Roman"/>
                <a:cs typeface="Times New Roman"/>
              </a:rPr>
              <a:t>c</a:t>
            </a:r>
            <a:r>
              <a:rPr sz="1900" spc="-60" dirty="0">
                <a:latin typeface="Times New Roman"/>
                <a:cs typeface="Times New Roman"/>
              </a:rPr>
              <a:t>23</a:t>
            </a:r>
            <a:r>
              <a:rPr sz="2000" i="1" spc="-60" dirty="0"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164029" y="4165219"/>
            <a:ext cx="9150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4385" dirty="0">
                <a:latin typeface="Symbol"/>
                <a:cs typeface="Symbol"/>
              </a:rPr>
              <a:t></a:t>
            </a:r>
            <a:r>
              <a:rPr sz="2850" spc="-97" baseline="4385" dirty="0">
                <a:latin typeface="Times New Roman"/>
                <a:cs typeface="Times New Roman"/>
              </a:rPr>
              <a:t> </a:t>
            </a:r>
            <a:r>
              <a:rPr sz="1900" i="1" spc="-65" dirty="0">
                <a:latin typeface="Times New Roman"/>
                <a:cs typeface="Times New Roman"/>
              </a:rPr>
              <a:t>s</a:t>
            </a:r>
            <a:r>
              <a:rPr sz="1900" spc="-65" dirty="0">
                <a:latin typeface="Times New Roman"/>
                <a:cs typeface="Times New Roman"/>
              </a:rPr>
              <a:t>23</a:t>
            </a:r>
            <a:r>
              <a:rPr sz="2000" i="1" spc="-65" dirty="0">
                <a:latin typeface="Symbol"/>
                <a:cs typeface="Symbol"/>
              </a:rPr>
              <a:t></a:t>
            </a:r>
            <a:r>
              <a:rPr sz="2850" spc="-97" baseline="16081" dirty="0">
                <a:latin typeface="Arial"/>
                <a:cs typeface="Arial"/>
              </a:rPr>
              <a:t>˙</a:t>
            </a:r>
            <a:r>
              <a:rPr sz="2850" spc="232" baseline="16081" dirty="0">
                <a:latin typeface="Arial"/>
                <a:cs typeface="Arial"/>
              </a:rPr>
              <a:t> </a:t>
            </a:r>
            <a:r>
              <a:rPr sz="2850" spc="-89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477744" y="4091604"/>
            <a:ext cx="2517140" cy="11410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05"/>
              </a:spcBef>
              <a:tabLst>
                <a:tab pos="503555" algn="l"/>
                <a:tab pos="848360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2850" baseline="-4385" dirty="0">
                <a:latin typeface="Symbol"/>
                <a:cs typeface="Symbol"/>
              </a:rPr>
              <a:t></a:t>
            </a:r>
            <a:r>
              <a:rPr sz="2850" baseline="4385" dirty="0">
                <a:latin typeface="Symbol"/>
                <a:cs typeface="Symbol"/>
              </a:rPr>
              <a:t></a:t>
            </a:r>
            <a:r>
              <a:rPr sz="2850" spc="-30" baseline="4385" dirty="0">
                <a:latin typeface="Times New Roman"/>
                <a:cs typeface="Times New Roman"/>
              </a:rPr>
              <a:t> </a:t>
            </a:r>
            <a:r>
              <a:rPr sz="1900" i="1" spc="-65" dirty="0">
                <a:latin typeface="Times New Roman"/>
                <a:cs typeface="Times New Roman"/>
              </a:rPr>
              <a:t>s</a:t>
            </a:r>
            <a:r>
              <a:rPr sz="1900" spc="-65" dirty="0">
                <a:latin typeface="Times New Roman"/>
                <a:cs typeface="Times New Roman"/>
              </a:rPr>
              <a:t>23</a:t>
            </a:r>
            <a:r>
              <a:rPr sz="2000" i="1" spc="-65" dirty="0">
                <a:latin typeface="Symbol"/>
                <a:cs typeface="Symbol"/>
              </a:rPr>
              <a:t></a:t>
            </a:r>
            <a:r>
              <a:rPr sz="2850" spc="-97" baseline="16081" dirty="0">
                <a:latin typeface="Arial"/>
                <a:cs typeface="Arial"/>
              </a:rPr>
              <a:t>˙</a:t>
            </a:r>
            <a:r>
              <a:rPr sz="2850" spc="359" baseline="16081" dirty="0">
                <a:latin typeface="Arial"/>
                <a:cs typeface="Arial"/>
              </a:rPr>
              <a:t> </a:t>
            </a:r>
            <a:r>
              <a:rPr sz="2850" spc="-75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  <a:p>
            <a:pPr marL="501650">
              <a:lnSpc>
                <a:spcPct val="100000"/>
              </a:lnSpc>
              <a:spcBef>
                <a:spcPts val="575"/>
              </a:spcBef>
              <a:tabLst>
                <a:tab pos="848360" algn="l"/>
                <a:tab pos="1227455" algn="l"/>
              </a:tabLst>
            </a:pPr>
            <a:r>
              <a:rPr sz="1900" spc="-5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23</a:t>
            </a:r>
            <a:endParaRPr sz="1900">
              <a:latin typeface="Times New Roman"/>
              <a:cs typeface="Times New Roman"/>
            </a:endParaRPr>
          </a:p>
          <a:p>
            <a:pPr marL="504190">
              <a:lnSpc>
                <a:spcPct val="100000"/>
              </a:lnSpc>
              <a:spcBef>
                <a:spcPts val="515"/>
              </a:spcBef>
              <a:tabLst>
                <a:tab pos="846455" algn="l"/>
                <a:tab pos="2152650" algn="l"/>
              </a:tabLst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spc="-25" dirty="0">
                <a:latin typeface="Symbol"/>
                <a:cs typeface="Symbol"/>
              </a:rPr>
              <a:t></a:t>
            </a:r>
            <a:r>
              <a:rPr sz="2850" spc="-37" baseline="8771" dirty="0">
                <a:latin typeface="Symbol"/>
                <a:cs typeface="Symbol"/>
              </a:rPr>
              <a:t></a:t>
            </a:r>
            <a:r>
              <a:rPr sz="2000" i="1" spc="-25" dirty="0">
                <a:latin typeface="Symbol"/>
                <a:cs typeface="Symbol"/>
              </a:rPr>
              <a:t>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spc="209" baseline="17543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275" dirty="0">
                <a:latin typeface="Times New Roman"/>
                <a:cs typeface="Times New Roman"/>
              </a:rPr>
              <a:t> </a:t>
            </a:r>
            <a:r>
              <a:rPr sz="2000" i="1" spc="-220" dirty="0">
                <a:latin typeface="Symbol"/>
                <a:cs typeface="Symbol"/>
              </a:rPr>
              <a:t></a:t>
            </a:r>
            <a:r>
              <a:rPr sz="2850" spc="-330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 </a:t>
            </a:r>
            <a:r>
              <a:rPr sz="2850" spc="-75" baseline="8771" dirty="0">
                <a:latin typeface="Symbol"/>
                <a:cs typeface="Symbol"/>
              </a:rPr>
              <a:t></a:t>
            </a:r>
            <a:r>
              <a:rPr sz="2850" baseline="8771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650503" y="4530491"/>
            <a:ext cx="21482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130935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Symbol"/>
                <a:cs typeface="Symbol"/>
              </a:rPr>
              <a:t></a:t>
            </a:r>
            <a:r>
              <a:rPr sz="1650" spc="-15" baseline="42929" dirty="0">
                <a:latin typeface="Times New Roman"/>
                <a:cs typeface="Times New Roman"/>
              </a:rPr>
              <a:t>4</a:t>
            </a:r>
            <a:r>
              <a:rPr sz="1900" i="1" spc="-10" dirty="0">
                <a:latin typeface="Times New Roman"/>
                <a:cs typeface="Times New Roman"/>
              </a:rPr>
              <a:t>R</a:t>
            </a:r>
            <a:r>
              <a:rPr sz="1650" spc="-15" baseline="42929" dirty="0">
                <a:latin typeface="Times New Roman"/>
                <a:cs typeface="Times New Roman"/>
              </a:rPr>
              <a:t>3</a:t>
            </a:r>
            <a:r>
              <a:rPr sz="2000" i="1" spc="-1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2850" baseline="24853" dirty="0">
                <a:latin typeface="Symbol"/>
                <a:cs typeface="Symbol"/>
              </a:rPr>
              <a:t></a:t>
            </a:r>
            <a:r>
              <a:rPr sz="2850" spc="44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2850" spc="-37" baseline="24853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74080" y="5521052"/>
            <a:ext cx="863600" cy="371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889"/>
              </a:lnSpc>
              <a:spcBef>
                <a:spcPts val="125"/>
              </a:spcBef>
            </a:pPr>
            <a:r>
              <a:rPr sz="1650" baseline="42929" dirty="0">
                <a:latin typeface="Times New Roman"/>
                <a:cs typeface="Times New Roman"/>
              </a:rPr>
              <a:t>3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Symbol"/>
                <a:cs typeface="Symbol"/>
              </a:rPr>
              <a:t></a:t>
            </a:r>
            <a:r>
              <a:rPr sz="1650" spc="-37" baseline="42929" dirty="0">
                <a:latin typeface="Times New Roman"/>
                <a:cs typeface="Times New Roman"/>
              </a:rPr>
              <a:t>4</a:t>
            </a:r>
            <a:r>
              <a:rPr sz="2000" i="1" spc="-25" dirty="0">
                <a:latin typeface="Symbol"/>
                <a:cs typeface="Symbol"/>
              </a:rPr>
              <a:t></a:t>
            </a:r>
            <a:endParaRPr sz="2000">
              <a:latin typeface="Symbol"/>
              <a:cs typeface="Symbol"/>
            </a:endParaRPr>
          </a:p>
          <a:p>
            <a:pPr marL="267335">
              <a:lnSpc>
                <a:spcPts val="810"/>
              </a:lnSpc>
              <a:tabLst>
                <a:tab pos="751840" algn="l"/>
              </a:tabLst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5626" y="3891393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720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5626" y="3652442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720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5626" y="3413511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Symbol"/>
                <a:cs typeface="Symbol"/>
              </a:rPr>
              <a:t></a:t>
            </a:r>
            <a:r>
              <a:rPr sz="1900" spc="440" dirty="0">
                <a:latin typeface="Times New Roman"/>
                <a:cs typeface="Times New Roman"/>
              </a:rPr>
              <a:t> </a:t>
            </a:r>
            <a:r>
              <a:rPr sz="2850" baseline="5847" dirty="0">
                <a:latin typeface="Times New Roman"/>
                <a:cs typeface="Times New Roman"/>
              </a:rPr>
              <a:t>0</a:t>
            </a:r>
            <a:r>
              <a:rPr sz="2850" spc="637" baseline="584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5626" y="4195868"/>
            <a:ext cx="5657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4475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i="1" baseline="2525" dirty="0">
                <a:latin typeface="Times New Roman"/>
                <a:cs typeface="Times New Roman"/>
              </a:rPr>
              <a:t>i</a:t>
            </a:r>
            <a:r>
              <a:rPr sz="1650" baseline="2525" dirty="0">
                <a:latin typeface="Symbol"/>
                <a:cs typeface="Symbol"/>
              </a:rPr>
              <a:t>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04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3987" y="3924244"/>
            <a:ext cx="5803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2641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1401" y="3752331"/>
            <a:ext cx="13779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0690" algn="l"/>
                <a:tab pos="798195" algn="l"/>
                <a:tab pos="132461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4048" y="3924244"/>
            <a:ext cx="5441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0220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3879" y="3649919"/>
            <a:ext cx="38544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00" i="1" spc="-2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Symbol"/>
                <a:cs typeface="Symbol"/>
              </a:rPr>
              <a:t>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r>
              <a:rPr sz="2850" i="1" spc="-30" baseline="-24853" dirty="0">
                <a:latin typeface="Times New Roman"/>
                <a:cs typeface="Times New Roman"/>
              </a:rPr>
              <a:t>v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0226" y="4130840"/>
            <a:ext cx="6165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82600" algn="l"/>
              </a:tabLst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i="1" spc="-25" dirty="0">
                <a:latin typeface="Times New Roman"/>
                <a:cs typeface="Times New Roman"/>
              </a:rPr>
              <a:t>d</a:t>
            </a:r>
            <a:r>
              <a:rPr sz="2850" spc="-37" baseline="17543" dirty="0">
                <a:latin typeface="Arial"/>
                <a:cs typeface="Arial"/>
              </a:rPr>
              <a:t>˙</a:t>
            </a:r>
            <a:r>
              <a:rPr sz="2850" baseline="17543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9485" y="3616562"/>
            <a:ext cx="2334895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9090" algn="l"/>
                <a:tab pos="1322070" algn="l"/>
                <a:tab pos="2197100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135" dirty="0">
                <a:latin typeface="Times New Roman"/>
                <a:cs typeface="Times New Roman"/>
              </a:rPr>
              <a:t>R</a:t>
            </a:r>
            <a:r>
              <a:rPr sz="3050" spc="-135" dirty="0">
                <a:latin typeface="Symbol"/>
                <a:cs typeface="Symbol"/>
              </a:rPr>
              <a:t></a:t>
            </a:r>
            <a:r>
              <a:rPr sz="3050" spc="-480" dirty="0">
                <a:latin typeface="Times New Roman"/>
                <a:cs typeface="Times New Roman"/>
              </a:rPr>
              <a:t> </a:t>
            </a:r>
            <a:r>
              <a:rPr sz="2050" i="1" spc="50" dirty="0">
                <a:latin typeface="Symbol"/>
                <a:cs typeface="Symbol"/>
              </a:rPr>
              <a:t></a:t>
            </a:r>
            <a:r>
              <a:rPr sz="1900" spc="50" dirty="0">
                <a:latin typeface="Symbol"/>
                <a:cs typeface="Symbol"/>
              </a:rPr>
              <a:t>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P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4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Symbol"/>
                <a:cs typeface="Symbol"/>
              </a:rPr>
              <a:t></a:t>
            </a:r>
            <a:r>
              <a:rPr sz="1900" spc="-25" dirty="0">
                <a:latin typeface="Symbol"/>
                <a:cs typeface="Symbol"/>
              </a:rPr>
              <a:t>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63310" y="3190875"/>
            <a:ext cx="922019" cy="1466215"/>
          </a:xfrm>
          <a:custGeom>
            <a:avLst/>
            <a:gdLst/>
            <a:ahLst/>
            <a:cxnLst/>
            <a:rect l="l" t="t" r="r" b="b"/>
            <a:pathLst>
              <a:path w="922020" h="1466214">
                <a:moveTo>
                  <a:pt x="877160" y="62089"/>
                </a:moveTo>
                <a:lnTo>
                  <a:pt x="0" y="1461135"/>
                </a:lnTo>
                <a:lnTo>
                  <a:pt x="8127" y="1466214"/>
                </a:lnTo>
                <a:lnTo>
                  <a:pt x="885187" y="67129"/>
                </a:lnTo>
                <a:lnTo>
                  <a:pt x="877160" y="62089"/>
                </a:lnTo>
                <a:close/>
              </a:path>
              <a:path w="922020" h="1466214">
                <a:moveTo>
                  <a:pt x="916646" y="51308"/>
                </a:moveTo>
                <a:lnTo>
                  <a:pt x="883919" y="51308"/>
                </a:lnTo>
                <a:lnTo>
                  <a:pt x="891920" y="56387"/>
                </a:lnTo>
                <a:lnTo>
                  <a:pt x="885187" y="67129"/>
                </a:lnTo>
                <a:lnTo>
                  <a:pt x="913384" y="84836"/>
                </a:lnTo>
                <a:lnTo>
                  <a:pt x="916646" y="51308"/>
                </a:lnTo>
                <a:close/>
              </a:path>
              <a:path w="922020" h="1466214">
                <a:moveTo>
                  <a:pt x="883919" y="51308"/>
                </a:moveTo>
                <a:lnTo>
                  <a:pt x="877160" y="62089"/>
                </a:lnTo>
                <a:lnTo>
                  <a:pt x="885187" y="67129"/>
                </a:lnTo>
                <a:lnTo>
                  <a:pt x="891920" y="56387"/>
                </a:lnTo>
                <a:lnTo>
                  <a:pt x="883919" y="51308"/>
                </a:lnTo>
                <a:close/>
              </a:path>
              <a:path w="922020" h="1466214">
                <a:moveTo>
                  <a:pt x="921638" y="0"/>
                </a:moveTo>
                <a:lnTo>
                  <a:pt x="848867" y="44323"/>
                </a:lnTo>
                <a:lnTo>
                  <a:pt x="877160" y="62089"/>
                </a:lnTo>
                <a:lnTo>
                  <a:pt x="883919" y="51308"/>
                </a:lnTo>
                <a:lnTo>
                  <a:pt x="916646" y="51308"/>
                </a:lnTo>
                <a:lnTo>
                  <a:pt x="921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4540" y="589229"/>
            <a:ext cx="7449820" cy="2687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Compute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relative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 </a:t>
            </a:r>
            <a:r>
              <a:rPr sz="1600" dirty="0">
                <a:latin typeface="Arial"/>
                <a:cs typeface="Arial"/>
              </a:rPr>
              <a:t>expressed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0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355600" marR="470534" indent="-343535">
              <a:lnSpc>
                <a:spcPct val="100000"/>
              </a:lnSpc>
              <a:spcBef>
                <a:spcPts val="38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Note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involving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prismatic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dropped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equation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(it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equal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zero).</a:t>
            </a:r>
            <a:endParaRPr sz="1600">
              <a:latin typeface="Arial"/>
              <a:cs typeface="Arial"/>
            </a:endParaRPr>
          </a:p>
          <a:p>
            <a:pPr marR="1433195" algn="r">
              <a:lnSpc>
                <a:spcPct val="100000"/>
              </a:lnSpc>
              <a:spcBef>
                <a:spcPts val="133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4420" y="589229"/>
            <a:ext cx="6218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93214"/>
            <a:ext cx="11868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822572"/>
            <a:ext cx="1187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463" y="2877292"/>
            <a:ext cx="243014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814705" algn="l"/>
                <a:tab pos="1364615" algn="l"/>
                <a:tab pos="2065020" algn="l"/>
              </a:tabLst>
            </a:pPr>
            <a:r>
              <a:rPr sz="1900" spc="65" dirty="0">
                <a:latin typeface="Symbol"/>
                <a:cs typeface="Symbol"/>
              </a:rPr>
              <a:t></a:t>
            </a:r>
            <a:r>
              <a:rPr sz="2850" spc="97" baseline="20467" dirty="0">
                <a:latin typeface="Symbol"/>
                <a:cs typeface="Symbol"/>
              </a:rPr>
              <a:t></a:t>
            </a:r>
            <a:r>
              <a:rPr sz="1900" spc="65" dirty="0">
                <a:latin typeface="Symbol"/>
                <a:cs typeface="Symbol"/>
              </a:rPr>
              <a:t></a:t>
            </a:r>
            <a:r>
              <a:rPr sz="1900" spc="1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spc="40" dirty="0">
                <a:latin typeface="Symbol"/>
                <a:cs typeface="Symbol"/>
              </a:rPr>
              <a:t></a:t>
            </a:r>
            <a:r>
              <a:rPr sz="2850" spc="60" baseline="20467" dirty="0">
                <a:latin typeface="Symbol"/>
                <a:cs typeface="Symbol"/>
              </a:rPr>
              <a:t></a:t>
            </a:r>
            <a:r>
              <a:rPr sz="2850" baseline="20467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0563" y="3179074"/>
            <a:ext cx="235394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76605" algn="l"/>
                <a:tab pos="1326515" algn="l"/>
                <a:tab pos="2026920" algn="l"/>
              </a:tabLst>
            </a:pPr>
            <a:r>
              <a:rPr sz="1900" spc="65" dirty="0">
                <a:latin typeface="Symbol"/>
                <a:cs typeface="Symbol"/>
              </a:rPr>
              <a:t></a:t>
            </a:r>
            <a:r>
              <a:rPr sz="2850" spc="97" baseline="-4385" dirty="0">
                <a:latin typeface="Symbol"/>
                <a:cs typeface="Symbol"/>
              </a:rPr>
              <a:t></a:t>
            </a:r>
            <a:r>
              <a:rPr sz="1900" spc="65" dirty="0">
                <a:latin typeface="Symbol"/>
                <a:cs typeface="Symbol"/>
              </a:rPr>
              <a:t></a:t>
            </a:r>
            <a:r>
              <a:rPr sz="1900" spc="1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20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spc="40" dirty="0">
                <a:latin typeface="Symbol"/>
                <a:cs typeface="Symbol"/>
              </a:rPr>
              <a:t></a:t>
            </a:r>
            <a:r>
              <a:rPr sz="2850" spc="60" baseline="-4385" dirty="0">
                <a:latin typeface="Symbol"/>
                <a:cs typeface="Symbol"/>
              </a:rPr>
              <a:t></a:t>
            </a:r>
            <a:r>
              <a:rPr sz="2850" baseline="-4385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9108" y="3114514"/>
            <a:ext cx="109029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738505" algn="l"/>
              </a:tabLst>
            </a:pPr>
            <a:r>
              <a:rPr sz="1900" spc="-20" dirty="0">
                <a:latin typeface="Symbol"/>
                <a:cs typeface="Symbol"/>
              </a:rPr>
              <a:t></a:t>
            </a:r>
            <a:r>
              <a:rPr sz="1900" spc="-20" dirty="0">
                <a:latin typeface="Times New Roman"/>
                <a:cs typeface="Times New Roman"/>
              </a:rPr>
              <a:t>0</a:t>
            </a:r>
            <a:r>
              <a:rPr sz="1900" spc="-20" dirty="0">
                <a:latin typeface="Symbol"/>
                <a:cs typeface="Symbol"/>
              </a:rPr>
              <a:t></a:t>
            </a:r>
            <a:r>
              <a:rPr sz="2850" spc="-30" baseline="20467" dirty="0">
                <a:latin typeface="Symbol"/>
                <a:cs typeface="Symbol"/>
              </a:rPr>
              <a:t></a:t>
            </a:r>
            <a:r>
              <a:rPr sz="2850" baseline="20467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0363" y="3114514"/>
            <a:ext cx="127952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927100" algn="l"/>
              </a:tabLst>
            </a:pPr>
            <a:r>
              <a:rPr sz="1900" spc="-10" dirty="0">
                <a:latin typeface="Times New Roman"/>
                <a:cs typeface="Times New Roman"/>
              </a:rPr>
              <a:t>1</a:t>
            </a:r>
            <a:r>
              <a:rPr sz="1900" spc="-10" dirty="0">
                <a:latin typeface="Symbol"/>
                <a:cs typeface="Symbol"/>
              </a:rPr>
              <a:t></a:t>
            </a:r>
            <a:r>
              <a:rPr sz="2850" spc="-15" baseline="20467" dirty="0">
                <a:latin typeface="Symbol"/>
                <a:cs typeface="Symbol"/>
              </a:rPr>
              <a:t></a:t>
            </a:r>
            <a:r>
              <a:rPr sz="1900" spc="-10" dirty="0">
                <a:latin typeface="Symbol"/>
                <a:cs typeface="Symbol"/>
              </a:rPr>
              <a:t></a:t>
            </a:r>
            <a:r>
              <a:rPr sz="1900" spc="-10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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2393" y="2640059"/>
            <a:ext cx="2527300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2850" baseline="7309" dirty="0">
                <a:latin typeface="Symbol"/>
                <a:cs typeface="Symbol"/>
              </a:rPr>
              <a:t>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</a:t>
            </a:r>
            <a:r>
              <a:rPr sz="2850" spc="-120" baseline="-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</a:t>
            </a:r>
            <a:r>
              <a:rPr sz="2850" spc="52" baseline="-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2850" baseline="-24853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2850" baseline="7309" dirty="0">
                <a:latin typeface="Symbol"/>
                <a:cs typeface="Symbol"/>
              </a:rPr>
              <a:t></a:t>
            </a:r>
            <a:r>
              <a:rPr sz="2850" spc="89" baseline="7309" dirty="0">
                <a:latin typeface="Times New Roman"/>
                <a:cs typeface="Times New Roman"/>
              </a:rPr>
              <a:t> </a:t>
            </a:r>
            <a:r>
              <a:rPr sz="2850" baseline="-24853" dirty="0">
                <a:latin typeface="Symbol"/>
                <a:cs typeface="Symbol"/>
              </a:rPr>
              <a:t></a:t>
            </a:r>
            <a:r>
              <a:rPr sz="2850" spc="195" baseline="-24853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Symbol"/>
                <a:cs typeface="Symbol"/>
              </a:rPr>
              <a:t></a:t>
            </a:r>
            <a:r>
              <a:rPr sz="2850" spc="-37" baseline="-24853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7793" y="2402825"/>
            <a:ext cx="2476500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9794" algn="l"/>
                <a:tab pos="1449070" algn="l"/>
                <a:tab pos="2150110" algn="l"/>
              </a:tabLst>
            </a:pPr>
            <a:r>
              <a:rPr sz="2850" spc="-15" baseline="5847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</a:t>
            </a:r>
            <a:r>
              <a:rPr sz="2850" spc="-15" baseline="5847" dirty="0">
                <a:latin typeface="Symbol"/>
                <a:cs typeface="Symbol"/>
              </a:rPr>
              <a:t></a:t>
            </a:r>
            <a:r>
              <a:rPr sz="1900" spc="-10" dirty="0">
                <a:latin typeface="Symbol"/>
                <a:cs typeface="Symbol"/>
              </a:rPr>
              <a:t></a:t>
            </a:r>
            <a:r>
              <a:rPr sz="2850" spc="-15" baseline="5847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Symbol"/>
                <a:cs typeface="Symbol"/>
              </a:rPr>
              <a:t>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</a:t>
            </a:r>
            <a:r>
              <a:rPr sz="2850" spc="-37" baseline="5847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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0" dirty="0">
                <a:latin typeface="Symbol"/>
                <a:cs typeface="Symbol"/>
              </a:rPr>
              <a:t></a:t>
            </a:r>
            <a:r>
              <a:rPr sz="2850" spc="-30" baseline="5847" dirty="0">
                <a:latin typeface="Times New Roman"/>
                <a:cs typeface="Times New Roman"/>
              </a:rPr>
              <a:t>0</a:t>
            </a:r>
            <a:r>
              <a:rPr sz="1900" spc="-20" dirty="0">
                <a:latin typeface="Symbol"/>
                <a:cs typeface="Symbol"/>
              </a:rPr>
              <a:t></a:t>
            </a:r>
            <a:r>
              <a:rPr sz="2850" spc="-30" baseline="5847" dirty="0">
                <a:latin typeface="Symbol"/>
                <a:cs typeface="Symbol"/>
              </a:rPr>
              <a:t></a:t>
            </a:r>
            <a:r>
              <a:rPr sz="2850" baseline="5847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Symbol"/>
                <a:cs typeface="Symbol"/>
              </a:rPr>
              <a:t></a:t>
            </a:r>
            <a:r>
              <a:rPr sz="2850" spc="-37" baseline="5847" dirty="0">
                <a:latin typeface="Times New Roman"/>
                <a:cs typeface="Times New Roman"/>
              </a:rPr>
              <a:t>0</a:t>
            </a:r>
            <a:r>
              <a:rPr sz="1900" spc="-25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3885" y="2739230"/>
            <a:ext cx="51371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799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1194" y="2909386"/>
            <a:ext cx="91630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5290" algn="l"/>
                <a:tab pos="83058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008" y="2739230"/>
            <a:ext cx="39878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13055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3285" y="2909386"/>
            <a:ext cx="33020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4475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3355" y="2739230"/>
            <a:ext cx="9779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0414" y="2746664"/>
            <a:ext cx="71818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1785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6400" y="2746664"/>
            <a:ext cx="594360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30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95916" y="2380306"/>
            <a:ext cx="2617470" cy="1053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05280">
              <a:lnSpc>
                <a:spcPts val="2005"/>
              </a:lnSpc>
              <a:spcBef>
                <a:spcPts val="125"/>
              </a:spcBef>
              <a:tabLst>
                <a:tab pos="2317115" algn="l"/>
              </a:tabLst>
            </a:pPr>
            <a:r>
              <a:rPr sz="2850" baseline="-5847" dirty="0">
                <a:latin typeface="Symbol"/>
                <a:cs typeface="Symbol"/>
              </a:rPr>
              <a:t></a:t>
            </a:r>
            <a:r>
              <a:rPr sz="2850" spc="397" baseline="-5847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50800">
              <a:lnSpc>
                <a:spcPts val="2645"/>
              </a:lnSpc>
              <a:tabLst>
                <a:tab pos="1605280" algn="l"/>
                <a:tab pos="2308225" algn="l"/>
              </a:tabLst>
            </a:pPr>
            <a:r>
              <a:rPr sz="3050" spc="-545" dirty="0">
                <a:latin typeface="Symbol"/>
                <a:cs typeface="Symbol"/>
              </a:rPr>
              <a:t></a:t>
            </a:r>
            <a:r>
              <a:rPr sz="3050" spc="-49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1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i="1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200" dirty="0">
                <a:latin typeface="Times New Roman"/>
                <a:cs typeface="Times New Roman"/>
              </a:rPr>
              <a:t> </a:t>
            </a:r>
            <a:r>
              <a:rPr sz="3050" spc="-595" dirty="0">
                <a:latin typeface="Symbol"/>
                <a:cs typeface="Symbol"/>
              </a:rPr>
              <a:t></a:t>
            </a:r>
            <a:r>
              <a:rPr sz="3050" dirty="0">
                <a:latin typeface="Times New Roman"/>
                <a:cs typeface="Times New Roman"/>
              </a:rPr>
              <a:t>	</a:t>
            </a:r>
            <a:r>
              <a:rPr sz="2850" spc="-75" baseline="24853" dirty="0">
                <a:latin typeface="Symbol"/>
                <a:cs typeface="Symbol"/>
              </a:rPr>
              <a:t></a:t>
            </a:r>
            <a:r>
              <a:rPr sz="2850" baseline="24853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1605280">
              <a:lnSpc>
                <a:spcPts val="1335"/>
              </a:lnSpc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  <a:p>
            <a:pPr marL="1605280">
              <a:lnSpc>
                <a:spcPts val="2075"/>
              </a:lnSpc>
              <a:tabLst>
                <a:tab pos="1830070" algn="l"/>
                <a:tab pos="2346960" algn="l"/>
              </a:tabLst>
            </a:pPr>
            <a:r>
              <a:rPr sz="1900" spc="-380" dirty="0">
                <a:latin typeface="Symbol"/>
                <a:cs typeface="Symbol"/>
              </a:rPr>
              <a:t></a:t>
            </a:r>
            <a:r>
              <a:rPr sz="2850" spc="-569" baseline="-14619" dirty="0">
                <a:latin typeface="Symbol"/>
                <a:cs typeface="Symbol"/>
              </a:rPr>
              <a:t></a:t>
            </a:r>
            <a:r>
              <a:rPr sz="2850" baseline="-14619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1315" y="483238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1315" y="4363835"/>
            <a:ext cx="120650" cy="553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60"/>
              </a:lnSpc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17583" y="4832387"/>
            <a:ext cx="235267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67690" algn="l"/>
                <a:tab pos="865505" algn="l"/>
                <a:tab pos="1198245" algn="l"/>
                <a:tab pos="1522730" algn="l"/>
                <a:tab pos="2218690" algn="l"/>
              </a:tabLst>
            </a:pPr>
            <a:r>
              <a:rPr sz="1900" spc="30" dirty="0">
                <a:latin typeface="Symbol"/>
                <a:cs typeface="Symbol"/>
              </a:rPr>
              <a:t></a:t>
            </a:r>
            <a:r>
              <a:rPr sz="2850" spc="44" baseline="17543" dirty="0">
                <a:latin typeface="Symbol"/>
                <a:cs typeface="Symbol"/>
              </a:rPr>
              <a:t></a:t>
            </a:r>
            <a:r>
              <a:rPr sz="1900" spc="3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35" dirty="0">
                <a:latin typeface="Times New Roman"/>
                <a:cs typeface="Times New Roman"/>
              </a:rPr>
              <a:t>  </a:t>
            </a:r>
            <a:r>
              <a:rPr sz="1900" spc="40" dirty="0">
                <a:latin typeface="Symbol"/>
                <a:cs typeface="Symbol"/>
              </a:rPr>
              <a:t></a:t>
            </a:r>
            <a:r>
              <a:rPr sz="2850" spc="60" baseline="17543" dirty="0">
                <a:latin typeface="Symbol"/>
                <a:cs typeface="Symbol"/>
              </a:rPr>
              <a:t></a:t>
            </a:r>
            <a:r>
              <a:rPr sz="2850" baseline="17543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2530" y="4832387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82530" y="4597851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2530" y="5145600"/>
            <a:ext cx="1206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2983" y="5145600"/>
            <a:ext cx="296926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0105" algn="l"/>
                <a:tab pos="1172845" algn="l"/>
                <a:tab pos="1497330" algn="l"/>
                <a:tab pos="2193290" algn="l"/>
                <a:tab pos="2590165" algn="l"/>
              </a:tabLst>
            </a:pPr>
            <a:r>
              <a:rPr sz="1900" spc="55" dirty="0">
                <a:latin typeface="Symbol"/>
                <a:cs typeface="Symbol"/>
              </a:rPr>
              <a:t></a:t>
            </a:r>
            <a:r>
              <a:rPr sz="2850" spc="82" baseline="-4385" dirty="0">
                <a:latin typeface="Symbol"/>
                <a:cs typeface="Symbol"/>
              </a:rPr>
              <a:t></a:t>
            </a:r>
            <a:r>
              <a:rPr sz="1900" spc="55" dirty="0">
                <a:latin typeface="Symbol"/>
                <a:cs typeface="Symbol"/>
              </a:rPr>
              <a:t>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79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</a:t>
            </a:r>
            <a:r>
              <a:rPr sz="1900" spc="35" dirty="0">
                <a:latin typeface="Times New Roman"/>
                <a:cs typeface="Times New Roman"/>
              </a:rPr>
              <a:t>  </a:t>
            </a:r>
            <a:r>
              <a:rPr sz="1900" spc="40" dirty="0">
                <a:latin typeface="Symbol"/>
                <a:cs typeface="Symbol"/>
              </a:rPr>
              <a:t></a:t>
            </a:r>
            <a:r>
              <a:rPr sz="2850" spc="60" baseline="-4385" dirty="0">
                <a:latin typeface="Symbol"/>
                <a:cs typeface="Symbol"/>
              </a:rPr>
              <a:t></a:t>
            </a:r>
            <a:r>
              <a:rPr sz="2850" baseline="-4385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225" baseline="2525" dirty="0">
                <a:latin typeface="Times New Roman"/>
                <a:cs typeface="Times New Roman"/>
              </a:rPr>
              <a:t>  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72" baseline="25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94081" y="4705177"/>
            <a:ext cx="52514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9420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94366" y="4875557"/>
            <a:ext cx="8851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1320" algn="l"/>
                <a:tab pos="799465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61801" y="4705177"/>
            <a:ext cx="3930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0040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11792" y="4875557"/>
            <a:ext cx="3378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2095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16647" y="4705177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28238" y="4363835"/>
            <a:ext cx="8166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8025" algn="l"/>
              </a:tabLst>
            </a:pPr>
            <a:r>
              <a:rPr sz="1900" spc="-20" dirty="0">
                <a:latin typeface="Symbol"/>
                <a:cs typeface="Symbol"/>
              </a:rPr>
              <a:t></a:t>
            </a:r>
            <a:r>
              <a:rPr sz="2850" spc="-30" baseline="4385" dirty="0">
                <a:latin typeface="Times New Roman"/>
                <a:cs typeface="Times New Roman"/>
              </a:rPr>
              <a:t>0</a:t>
            </a:r>
            <a:r>
              <a:rPr sz="1900" spc="-20" dirty="0">
                <a:latin typeface="Symbol"/>
                <a:cs typeface="Symbol"/>
              </a:rPr>
              <a:t></a:t>
            </a:r>
            <a:r>
              <a:rPr sz="2850" spc="-30" baseline="4385" dirty="0">
                <a:latin typeface="Symbol"/>
                <a:cs typeface="Symbol"/>
              </a:rPr>
              <a:t></a:t>
            </a:r>
            <a:r>
              <a:rPr sz="2850" baseline="4385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31977" y="5065868"/>
            <a:ext cx="320548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050925" algn="l"/>
                <a:tab pos="1708785" algn="l"/>
                <a:tab pos="2404110" algn="l"/>
              </a:tabLst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2850" spc="-120" baseline="2923" dirty="0">
                <a:latin typeface="Symbol"/>
                <a:cs typeface="Symbol"/>
              </a:rPr>
              <a:t></a:t>
            </a:r>
            <a:r>
              <a:rPr sz="2850" spc="-120" baseline="20467" dirty="0">
                <a:latin typeface="Symbol"/>
                <a:cs typeface="Symbol"/>
              </a:rPr>
              <a:t></a:t>
            </a:r>
            <a:r>
              <a:rPr sz="2850" spc="-120" baseline="2923" dirty="0">
                <a:latin typeface="Symbol"/>
                <a:cs typeface="Symbol"/>
              </a:rPr>
              <a:t></a:t>
            </a:r>
            <a:r>
              <a:rPr sz="2000" i="1" spc="-80" dirty="0">
                <a:latin typeface="Symbol"/>
                <a:cs typeface="Symbol"/>
              </a:rPr>
              <a:t></a:t>
            </a:r>
            <a:r>
              <a:rPr sz="2850" spc="-120" baseline="16081" dirty="0">
                <a:latin typeface="Arial"/>
                <a:cs typeface="Arial"/>
              </a:rPr>
              <a:t>˙</a:t>
            </a:r>
            <a:r>
              <a:rPr sz="2850" spc="-30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baseline="2923" dirty="0">
                <a:latin typeface="Symbol"/>
                <a:cs typeface="Symbol"/>
              </a:rPr>
              <a:t></a:t>
            </a:r>
            <a:r>
              <a:rPr sz="2850" spc="-22" baseline="29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spc="-30" baseline="2923" dirty="0">
                <a:latin typeface="Symbol"/>
                <a:cs typeface="Symbol"/>
              </a:rPr>
              <a:t></a:t>
            </a:r>
            <a:r>
              <a:rPr sz="1900" spc="-20" dirty="0">
                <a:latin typeface="Times New Roman"/>
                <a:cs typeface="Times New Roman"/>
              </a:rPr>
              <a:t>0</a:t>
            </a:r>
            <a:r>
              <a:rPr sz="2850" spc="-30" baseline="2923" dirty="0">
                <a:latin typeface="Symbol"/>
                <a:cs typeface="Symbol"/>
              </a:rPr>
              <a:t></a:t>
            </a:r>
            <a:r>
              <a:rPr sz="2850" spc="-30" baseline="20467" dirty="0">
                <a:latin typeface="Symbol"/>
                <a:cs typeface="Symbol"/>
              </a:rPr>
              <a:t></a:t>
            </a:r>
            <a:r>
              <a:rPr sz="2850" baseline="20467" dirty="0">
                <a:latin typeface="Times New Roman"/>
                <a:cs typeface="Times New Roman"/>
              </a:rPr>
              <a:t>	</a:t>
            </a:r>
            <a:r>
              <a:rPr sz="2850" baseline="2923" dirty="0">
                <a:latin typeface="Symbol"/>
                <a:cs typeface="Symbol"/>
              </a:rPr>
              <a:t>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L</a:t>
            </a:r>
            <a:r>
              <a:rPr sz="1900" i="1" spc="-285" dirty="0">
                <a:latin typeface="Times New Roman"/>
                <a:cs typeface="Times New Roman"/>
              </a:rPr>
              <a:t> </a:t>
            </a:r>
            <a:r>
              <a:rPr sz="2000" i="1" spc="-220" dirty="0">
                <a:latin typeface="Symbol"/>
                <a:cs typeface="Symbol"/>
              </a:rPr>
              <a:t></a:t>
            </a:r>
            <a:r>
              <a:rPr sz="2850" spc="-330" baseline="16081" dirty="0">
                <a:latin typeface="Arial"/>
                <a:cs typeface="Arial"/>
              </a:rPr>
              <a:t>˙</a:t>
            </a:r>
            <a:r>
              <a:rPr sz="2850" spc="60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endParaRPr sz="2850" baseline="2923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72616" y="4597851"/>
            <a:ext cx="259778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i="1" spc="89" baseline="-26315" dirty="0">
                <a:latin typeface="Times New Roman"/>
                <a:cs typeface="Times New Roman"/>
              </a:rPr>
              <a:t>c</a:t>
            </a:r>
            <a:r>
              <a:rPr sz="2850" spc="89" baseline="-26315" dirty="0">
                <a:latin typeface="Times New Roman"/>
                <a:cs typeface="Times New Roman"/>
              </a:rPr>
              <a:t>2</a:t>
            </a:r>
            <a:r>
              <a:rPr sz="1900" spc="60" dirty="0">
                <a:latin typeface="Symbol"/>
                <a:cs typeface="Symbol"/>
              </a:rPr>
              <a:t></a:t>
            </a:r>
            <a:r>
              <a:rPr sz="2850" spc="89" baseline="5847" dirty="0">
                <a:latin typeface="Symbol"/>
                <a:cs typeface="Symbol"/>
              </a:rPr>
              <a:t></a:t>
            </a:r>
            <a:r>
              <a:rPr sz="1900" spc="60" dirty="0">
                <a:latin typeface="Symbol"/>
                <a:cs typeface="Symbol"/>
              </a:rPr>
              <a:t>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2850" baseline="-26315" dirty="0">
                <a:latin typeface="Times New Roman"/>
                <a:cs typeface="Times New Roman"/>
              </a:rPr>
              <a:t>0</a:t>
            </a:r>
            <a:r>
              <a:rPr sz="2850" spc="-187" baseline="-26315" dirty="0">
                <a:latin typeface="Times New Roman"/>
                <a:cs typeface="Times New Roman"/>
              </a:rPr>
              <a:t> </a:t>
            </a:r>
            <a:r>
              <a:rPr sz="1900" spc="145" dirty="0">
                <a:latin typeface="Symbol"/>
                <a:cs typeface="Symbol"/>
              </a:rPr>
              <a:t></a:t>
            </a:r>
            <a:r>
              <a:rPr sz="2850" spc="217" baseline="-26315" dirty="0">
                <a:latin typeface="Symbol"/>
                <a:cs typeface="Symbol"/>
              </a:rPr>
              <a:t></a:t>
            </a:r>
            <a:r>
              <a:rPr sz="2850" spc="-254" baseline="-263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2850" baseline="-26315" dirty="0">
                <a:latin typeface="Times New Roman"/>
                <a:cs typeface="Times New Roman"/>
              </a:rPr>
              <a:t>0</a:t>
            </a:r>
            <a:r>
              <a:rPr sz="2850" spc="30" baseline="-263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2850" baseline="-26315" dirty="0">
                <a:latin typeface="Symbol"/>
                <a:cs typeface="Symbol"/>
              </a:rPr>
              <a:t></a:t>
            </a:r>
            <a:r>
              <a:rPr sz="2850" spc="-104" baseline="-263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</a:t>
            </a:r>
            <a:r>
              <a:rPr sz="2850" baseline="-26315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Symbol"/>
                <a:cs typeface="Symbol"/>
              </a:rPr>
              <a:t></a:t>
            </a:r>
            <a:r>
              <a:rPr sz="2850" baseline="5847" dirty="0">
                <a:latin typeface="Symbol"/>
                <a:cs typeface="Symbol"/>
              </a:rPr>
              <a:t></a:t>
            </a:r>
            <a:r>
              <a:rPr sz="2850" spc="-67" baseline="5847" dirty="0">
                <a:latin typeface="Times New Roman"/>
                <a:cs typeface="Times New Roman"/>
              </a:rPr>
              <a:t> </a:t>
            </a:r>
            <a:r>
              <a:rPr sz="2850" baseline="-26315" dirty="0">
                <a:latin typeface="Symbol"/>
                <a:cs typeface="Symbol"/>
              </a:rPr>
              <a:t></a:t>
            </a:r>
            <a:r>
              <a:rPr sz="2850" spc="44" baseline="-2631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82530" y="4272613"/>
            <a:ext cx="2741930" cy="11264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812800" algn="l"/>
                <a:tab pos="1237615" algn="l"/>
                <a:tab pos="2300605" algn="l"/>
              </a:tabLst>
            </a:pPr>
            <a:r>
              <a:rPr sz="2850" baseline="-4385" dirty="0">
                <a:latin typeface="Symbol"/>
                <a:cs typeface="Symbol"/>
              </a:rPr>
              <a:t></a:t>
            </a:r>
            <a:r>
              <a:rPr sz="2850" spc="330" baseline="-4385" dirty="0">
                <a:latin typeface="Times New Roman"/>
                <a:cs typeface="Times New Roman"/>
              </a:rPr>
              <a:t> </a:t>
            </a:r>
            <a:r>
              <a:rPr sz="1900" i="1" spc="25" dirty="0">
                <a:latin typeface="Times New Roman"/>
                <a:cs typeface="Times New Roman"/>
              </a:rPr>
              <a:t>c</a:t>
            </a:r>
            <a:r>
              <a:rPr sz="1900" spc="2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s</a:t>
            </a:r>
            <a:r>
              <a:rPr sz="1900" spc="65" dirty="0">
                <a:latin typeface="Times New Roman"/>
                <a:cs typeface="Times New Roman"/>
              </a:rPr>
              <a:t>2</a:t>
            </a:r>
            <a:r>
              <a:rPr sz="2850" spc="97" baseline="-4385" dirty="0">
                <a:latin typeface="Symbol"/>
                <a:cs typeface="Symbol"/>
              </a:rPr>
              <a:t></a:t>
            </a:r>
            <a:r>
              <a:rPr sz="1900" spc="65" dirty="0">
                <a:latin typeface="Symbol"/>
                <a:cs typeface="Symbol"/>
              </a:rPr>
              <a:t></a:t>
            </a:r>
            <a:r>
              <a:rPr sz="2850" spc="97" baseline="-4385" dirty="0">
                <a:latin typeface="Symbol"/>
                <a:cs typeface="Symbol"/>
              </a:rPr>
              <a:t></a:t>
            </a:r>
            <a:r>
              <a:rPr sz="2850" spc="-254" baseline="-4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2850" spc="-75" baseline="-4385" dirty="0">
                <a:latin typeface="Symbol"/>
                <a:cs typeface="Symbol"/>
              </a:rPr>
              <a:t></a:t>
            </a:r>
            <a:r>
              <a:rPr sz="2850" baseline="-4385" dirty="0">
                <a:latin typeface="Times New Roman"/>
                <a:cs typeface="Times New Roman"/>
              </a:rPr>
              <a:t>	</a:t>
            </a:r>
            <a:r>
              <a:rPr sz="2850" spc="-30" baseline="-4385" dirty="0">
                <a:latin typeface="Symbol"/>
                <a:cs typeface="Symbol"/>
              </a:rPr>
              <a:t></a:t>
            </a:r>
            <a:r>
              <a:rPr sz="1900" i="1" spc="-20" dirty="0">
                <a:latin typeface="Times New Roman"/>
                <a:cs typeface="Times New Roman"/>
              </a:rPr>
              <a:t>L</a:t>
            </a:r>
            <a:r>
              <a:rPr sz="1900" spc="-20" dirty="0">
                <a:latin typeface="Times New Roman"/>
                <a:cs typeface="Times New Roman"/>
              </a:rPr>
              <a:t>1</a:t>
            </a:r>
            <a:r>
              <a:rPr sz="2850" spc="-30" baseline="-4385" dirty="0">
                <a:latin typeface="Symbol"/>
                <a:cs typeface="Symbol"/>
              </a:rPr>
              <a:t></a:t>
            </a:r>
            <a:endParaRPr sz="2850" baseline="-4385">
              <a:latin typeface="Symbol"/>
              <a:cs typeface="Symbol"/>
            </a:endParaRPr>
          </a:p>
          <a:p>
            <a:pPr marL="813435">
              <a:lnSpc>
                <a:spcPct val="100000"/>
              </a:lnSpc>
              <a:spcBef>
                <a:spcPts val="61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253365" algn="l"/>
                <a:tab pos="749935" algn="l"/>
              </a:tabLst>
            </a:pPr>
            <a:r>
              <a:rPr sz="2850" spc="-75" baseline="2923" dirty="0">
                <a:latin typeface="Symbol"/>
                <a:cs typeface="Symbol"/>
              </a:rPr>
              <a:t>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50" dirty="0">
                <a:latin typeface="Symbol"/>
                <a:cs typeface="Symbol"/>
              </a:rPr>
              <a:t></a:t>
            </a:r>
            <a:r>
              <a:rPr sz="1900" spc="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85910" y="4565693"/>
            <a:ext cx="203263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08455" algn="l"/>
              </a:tabLst>
            </a:pPr>
            <a:r>
              <a:rPr sz="3050" spc="-200" dirty="0">
                <a:latin typeface="Symbol"/>
                <a:cs typeface="Symbol"/>
              </a:rPr>
              <a:t></a:t>
            </a:r>
            <a:r>
              <a:rPr sz="2000" i="1" spc="-200" dirty="0">
                <a:latin typeface="Symbol"/>
                <a:cs typeface="Symbol"/>
              </a:rPr>
              <a:t>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i="1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Symbol"/>
                <a:cs typeface="Symbol"/>
              </a:rPr>
              <a:t></a:t>
            </a:r>
            <a:r>
              <a:rPr sz="1900" spc="-25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s</a:t>
            </a:r>
            <a:r>
              <a:rPr sz="1900" spc="3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01511" y="4712621"/>
            <a:ext cx="6108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15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42058" y="4712621"/>
            <a:ext cx="14986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42058" y="4345780"/>
            <a:ext cx="14986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298690" cy="1137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8195" y="3871535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8195" y="3404836"/>
            <a:ext cx="119380" cy="551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60"/>
              </a:lnSpc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7553" y="3871535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7553" y="4252166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7553" y="3404836"/>
            <a:ext cx="119380" cy="551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60"/>
              </a:lnSpc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123" y="4212895"/>
            <a:ext cx="26225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105" dirty="0">
                <a:latin typeface="Times New Roman"/>
                <a:cs typeface="Times New Roman"/>
              </a:rPr>
              <a:t> </a:t>
            </a:r>
            <a:r>
              <a:rPr sz="2850" spc="-75" baseline="-8771" dirty="0">
                <a:latin typeface="Symbol"/>
                <a:cs typeface="Symbol"/>
              </a:rPr>
              <a:t></a:t>
            </a:r>
            <a:endParaRPr sz="2850" baseline="-8771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884" y="3786966"/>
            <a:ext cx="3816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-10233" dirty="0">
                <a:latin typeface="Symbol"/>
                <a:cs typeface="Symbol"/>
              </a:rPr>
              <a:t></a:t>
            </a:r>
            <a:r>
              <a:rPr sz="2850" spc="-120" baseline="-1023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0237" y="3905778"/>
            <a:ext cx="30416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30" dirty="0">
                <a:latin typeface="Symbol"/>
                <a:cs typeface="Symbol"/>
              </a:rPr>
              <a:t></a:t>
            </a:r>
            <a:r>
              <a:rPr sz="2850" spc="44" baseline="-36549" dirty="0">
                <a:latin typeface="Symbol"/>
                <a:cs typeface="Symbol"/>
              </a:rPr>
              <a:t>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0237" y="3418924"/>
            <a:ext cx="304165" cy="5454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2035"/>
              </a:lnSpc>
              <a:spcBef>
                <a:spcPts val="120"/>
              </a:spcBef>
            </a:pPr>
            <a:r>
              <a:rPr sz="2850" spc="44" baseline="-4385" dirty="0">
                <a:latin typeface="Symbol"/>
                <a:cs typeface="Symbol"/>
              </a:rPr>
              <a:t></a:t>
            </a:r>
            <a:r>
              <a:rPr sz="1900" spc="30" dirty="0">
                <a:latin typeface="Symbol"/>
                <a:cs typeface="Symbol"/>
              </a:rPr>
              <a:t></a:t>
            </a:r>
            <a:endParaRPr sz="1900">
              <a:latin typeface="Symbol"/>
              <a:cs typeface="Symbol"/>
            </a:endParaRPr>
          </a:p>
          <a:p>
            <a:pPr marL="38100">
              <a:lnSpc>
                <a:spcPts val="2035"/>
              </a:lnSpc>
            </a:pPr>
            <a:r>
              <a:rPr sz="2850" spc="44" baseline="-5847" dirty="0">
                <a:latin typeface="Symbol"/>
                <a:cs typeface="Symbol"/>
              </a:rPr>
              <a:t></a:t>
            </a:r>
            <a:r>
              <a:rPr sz="1900" spc="30" dirty="0">
                <a:latin typeface="Symbol"/>
                <a:cs typeface="Symbol"/>
              </a:rPr>
              <a:t>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7299" y="3905778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30" dirty="0">
                <a:latin typeface="Symbol"/>
                <a:cs typeface="Symbol"/>
              </a:rPr>
              <a:t></a:t>
            </a:r>
            <a:r>
              <a:rPr sz="2850" spc="44" baseline="-36549" dirty="0">
                <a:latin typeface="Symbol"/>
                <a:cs typeface="Symbol"/>
              </a:rPr>
              <a:t></a:t>
            </a:r>
            <a:r>
              <a:rPr sz="1900" spc="3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7299" y="3672670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30" dirty="0">
                <a:latin typeface="Symbol"/>
                <a:cs typeface="Symbol"/>
              </a:rPr>
              <a:t></a:t>
            </a:r>
            <a:r>
              <a:rPr sz="2850" spc="44" baseline="5847" dirty="0">
                <a:latin typeface="Symbol"/>
                <a:cs typeface="Symbol"/>
              </a:rPr>
              <a:t></a:t>
            </a:r>
            <a:r>
              <a:rPr sz="1900" spc="3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2699" y="4217930"/>
            <a:ext cx="3517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30" dirty="0">
                <a:latin typeface="Symbol"/>
                <a:cs typeface="Symbol"/>
              </a:rPr>
              <a:t></a:t>
            </a:r>
            <a:r>
              <a:rPr sz="2850" spc="44" baseline="-4385" dirty="0">
                <a:latin typeface="Symbol"/>
                <a:cs typeface="Symbol"/>
              </a:rPr>
              <a:t></a:t>
            </a:r>
            <a:r>
              <a:rPr sz="1900" spc="3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276" y="3905778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02276" y="4217930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4573" y="4217930"/>
            <a:ext cx="34417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65" baseline="2525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</a:t>
            </a:r>
            <a:r>
              <a:rPr sz="2850" spc="44" baseline="-4385" dirty="0">
                <a:latin typeface="Symbol"/>
                <a:cs typeface="Symbol"/>
              </a:rPr>
              <a:t></a:t>
            </a:r>
            <a:endParaRPr sz="2850" baseline="-438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73054" y="2595750"/>
            <a:ext cx="1466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0806" y="2673285"/>
            <a:ext cx="30416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35" dirty="0">
                <a:latin typeface="Symbol"/>
                <a:cs typeface="Symbol"/>
              </a:rPr>
              <a:t></a:t>
            </a:r>
            <a:r>
              <a:rPr sz="2850" spc="52" baseline="-36549" dirty="0">
                <a:latin typeface="Symbol"/>
                <a:cs typeface="Symbol"/>
              </a:rPr>
              <a:t></a:t>
            </a:r>
            <a:endParaRPr sz="2850" baseline="-3654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40806" y="2385317"/>
            <a:ext cx="30416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52" baseline="-13157" dirty="0">
                <a:latin typeface="Symbol"/>
                <a:cs typeface="Symbol"/>
              </a:rPr>
              <a:t></a:t>
            </a:r>
            <a:r>
              <a:rPr sz="1900" spc="35" dirty="0">
                <a:latin typeface="Symbol"/>
                <a:cs typeface="Symbol"/>
              </a:rPr>
              <a:t>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40806" y="2152209"/>
            <a:ext cx="30416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52" baseline="-13157" dirty="0">
                <a:latin typeface="Symbol"/>
                <a:cs typeface="Symbol"/>
              </a:rPr>
              <a:t></a:t>
            </a:r>
            <a:r>
              <a:rPr sz="1900" spc="35" dirty="0">
                <a:latin typeface="Symbol"/>
                <a:cs typeface="Symbol"/>
              </a:rPr>
              <a:t>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66224" y="2206626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6040" y="2673285"/>
            <a:ext cx="8197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8620" algn="l"/>
                <a:tab pos="71247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66040" y="2439673"/>
            <a:ext cx="8197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8620" algn="l"/>
                <a:tab pos="71247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69170" y="2872171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69170" y="3019682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78829" y="2639063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44" baseline="-7309" dirty="0">
                <a:latin typeface="Symbol"/>
                <a:cs typeface="Symbol"/>
              </a:rPr>
              <a:t></a:t>
            </a:r>
            <a:r>
              <a:rPr sz="2850" spc="44" baseline="-43859" dirty="0">
                <a:latin typeface="Symbol"/>
                <a:cs typeface="Symbol"/>
              </a:rPr>
              <a:t></a:t>
            </a:r>
            <a:r>
              <a:rPr sz="1900" spc="3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78829" y="2385317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44" baseline="-13157" dirty="0">
                <a:latin typeface="Symbol"/>
                <a:cs typeface="Symbol"/>
              </a:rPr>
              <a:t></a:t>
            </a:r>
            <a:r>
              <a:rPr sz="1900" spc="30" dirty="0">
                <a:latin typeface="Symbol"/>
                <a:cs typeface="Symbol"/>
              </a:rPr>
              <a:t></a:t>
            </a:r>
            <a:r>
              <a:rPr sz="2850" spc="44" baseline="-4385" dirty="0">
                <a:latin typeface="Symbol"/>
                <a:cs typeface="Symbol"/>
              </a:rPr>
              <a:t></a:t>
            </a:r>
            <a:endParaRPr sz="2850" baseline="-4385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84838" y="2673285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84838" y="2439673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4838" y="2985439"/>
            <a:ext cx="1193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40640" y="2985439"/>
            <a:ext cx="1717039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14020" algn="l"/>
                <a:tab pos="737870" algn="l"/>
                <a:tab pos="1346200" algn="l"/>
              </a:tabLst>
            </a:pP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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165" baseline="2525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Symbol"/>
                <a:cs typeface="Symbol"/>
              </a:rPr>
              <a:t></a:t>
            </a:r>
            <a:r>
              <a:rPr sz="2850" spc="52" baseline="-13157" dirty="0">
                <a:latin typeface="Symbol"/>
                <a:cs typeface="Symbol"/>
              </a:rPr>
              <a:t></a:t>
            </a:r>
            <a:endParaRPr sz="2850" baseline="-13157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78829" y="2985439"/>
            <a:ext cx="70358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93725" algn="l"/>
              </a:tabLst>
            </a:pPr>
            <a:r>
              <a:rPr sz="1900" spc="30" dirty="0">
                <a:latin typeface="Symbol"/>
                <a:cs typeface="Symbol"/>
              </a:rPr>
              <a:t></a:t>
            </a:r>
            <a:r>
              <a:rPr sz="2850" spc="44" baseline="-13157" dirty="0">
                <a:latin typeface="Symbol"/>
                <a:cs typeface="Symbol"/>
              </a:rPr>
              <a:t></a:t>
            </a:r>
            <a:r>
              <a:rPr sz="2850" spc="44" baseline="-7309" dirty="0">
                <a:latin typeface="Symbol"/>
                <a:cs typeface="Symbol"/>
              </a:rPr>
              <a:t></a:t>
            </a:r>
            <a:r>
              <a:rPr sz="2850" baseline="-7309" dirty="0">
                <a:latin typeface="Times New Roman"/>
                <a:cs typeface="Times New Roman"/>
              </a:rPr>
              <a:t>	</a:t>
            </a:r>
            <a:r>
              <a:rPr sz="1650" spc="-75" baseline="2525" dirty="0">
                <a:latin typeface="Times New Roman"/>
                <a:cs typeface="Times New Roman"/>
              </a:rPr>
              <a:t>2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77498" y="2614897"/>
            <a:ext cx="21145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105" dirty="0">
                <a:latin typeface="Times New Roman"/>
                <a:cs typeface="Times New Roman"/>
              </a:rPr>
              <a:t> </a:t>
            </a:r>
            <a:r>
              <a:rPr sz="2850" spc="-75" baseline="-5847" dirty="0">
                <a:latin typeface="Symbol"/>
                <a:cs typeface="Symbol"/>
              </a:rPr>
              <a:t></a:t>
            </a:r>
            <a:endParaRPr sz="2850" baseline="-5847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50074" y="2249958"/>
            <a:ext cx="26416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2850" spc="-75" baseline="-35087" dirty="0">
                <a:latin typeface="Symbol"/>
                <a:cs typeface="Symbol"/>
              </a:rPr>
              <a:t></a:t>
            </a:r>
            <a:endParaRPr sz="2850" baseline="-35087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06684" y="3949652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04660" y="3584149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92153" y="4138683"/>
            <a:ext cx="17310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10233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i="1" dirty="0">
                <a:latin typeface="Times New Roman"/>
                <a:cs typeface="Times New Roman"/>
              </a:rPr>
              <a:t>L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L</a:t>
            </a:r>
            <a:r>
              <a:rPr sz="1900" spc="-60" dirty="0">
                <a:latin typeface="Times New Roman"/>
                <a:cs typeface="Times New Roman"/>
              </a:rPr>
              <a:t>2</a:t>
            </a:r>
            <a:r>
              <a:rPr sz="1900" i="1" spc="-60" dirty="0">
                <a:latin typeface="Times New Roman"/>
                <a:cs typeface="Times New Roman"/>
              </a:rPr>
              <a:t>c</a:t>
            </a:r>
            <a:r>
              <a:rPr sz="1900" spc="-60" dirty="0">
                <a:latin typeface="Times New Roman"/>
                <a:cs typeface="Times New Roman"/>
              </a:rPr>
              <a:t>2)</a:t>
            </a:r>
            <a:r>
              <a:rPr sz="2000" i="1" spc="-60" dirty="0">
                <a:latin typeface="Symbol"/>
                <a:cs typeface="Symbol"/>
              </a:rPr>
              <a:t></a:t>
            </a:r>
            <a:r>
              <a:rPr sz="2850" spc="-89" baseline="16081" dirty="0">
                <a:latin typeface="Arial"/>
                <a:cs typeface="Arial"/>
              </a:rPr>
              <a:t>˙</a:t>
            </a:r>
            <a:r>
              <a:rPr sz="2850" spc="75" baseline="16081" dirty="0">
                <a:latin typeface="Arial"/>
                <a:cs typeface="Arial"/>
              </a:rPr>
              <a:t> </a:t>
            </a:r>
            <a:r>
              <a:rPr sz="2850" spc="-75" baseline="10233" dirty="0">
                <a:latin typeface="Symbol"/>
                <a:cs typeface="Symbol"/>
              </a:rPr>
              <a:t></a:t>
            </a:r>
            <a:endParaRPr sz="2850" baseline="10233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18741" y="4314674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29435" y="3949652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66747" y="3439058"/>
            <a:ext cx="47752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44" baseline="4385" dirty="0">
                <a:latin typeface="Times New Roman"/>
                <a:cs typeface="Times New Roman"/>
              </a:rPr>
              <a:t>0</a:t>
            </a:r>
            <a:r>
              <a:rPr sz="1900" spc="30" dirty="0">
                <a:latin typeface="Symbol"/>
                <a:cs typeface="Symbol"/>
              </a:rPr>
              <a:t></a:t>
            </a:r>
            <a:r>
              <a:rPr sz="2850" spc="44" baseline="4385" dirty="0">
                <a:latin typeface="Symbol"/>
                <a:cs typeface="Symbol"/>
              </a:rPr>
              <a:t></a:t>
            </a:r>
            <a:r>
              <a:rPr sz="1900" spc="3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39829" y="4138683"/>
            <a:ext cx="215074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97510" algn="l"/>
              </a:tabLst>
            </a:pP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2850" spc="-37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baseline="2923" dirty="0">
                <a:latin typeface="Symbol"/>
                <a:cs typeface="Symbol"/>
              </a:rPr>
              <a:t>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spc="-40" dirty="0">
                <a:latin typeface="Times New Roman"/>
                <a:cs typeface="Times New Roman"/>
              </a:rPr>
              <a:t>L</a:t>
            </a:r>
            <a:r>
              <a:rPr sz="1900" spc="-40" dirty="0">
                <a:latin typeface="Times New Roman"/>
                <a:cs typeface="Times New Roman"/>
              </a:rPr>
              <a:t>2</a:t>
            </a:r>
            <a:r>
              <a:rPr sz="1900" i="1" spc="-40" dirty="0">
                <a:latin typeface="Times New Roman"/>
                <a:cs typeface="Times New Roman"/>
              </a:rPr>
              <a:t>c</a:t>
            </a:r>
            <a:r>
              <a:rPr sz="1900" spc="-40" dirty="0">
                <a:latin typeface="Times New Roman"/>
                <a:cs typeface="Times New Roman"/>
              </a:rPr>
              <a:t>2</a:t>
            </a:r>
            <a:r>
              <a:rPr sz="2000" i="1" spc="-40" dirty="0">
                <a:latin typeface="Symbol"/>
                <a:cs typeface="Symbol"/>
              </a:rPr>
              <a:t></a:t>
            </a:r>
            <a:r>
              <a:rPr sz="2850" spc="-60" baseline="16081" dirty="0">
                <a:latin typeface="Arial"/>
                <a:cs typeface="Arial"/>
              </a:rPr>
              <a:t>˙</a:t>
            </a:r>
            <a:r>
              <a:rPr sz="2850" spc="217" baseline="16081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spc="-229" dirty="0">
                <a:latin typeface="Times New Roman"/>
                <a:cs typeface="Times New Roman"/>
              </a:rPr>
              <a:t>L</a:t>
            </a:r>
            <a:r>
              <a:rPr sz="1900" spc="-229" dirty="0">
                <a:latin typeface="Times New Roman"/>
                <a:cs typeface="Times New Roman"/>
              </a:rPr>
              <a:t>1</a:t>
            </a:r>
            <a:r>
              <a:rPr sz="2000" i="1" spc="-229" dirty="0">
                <a:latin typeface="Symbol"/>
                <a:cs typeface="Symbol"/>
              </a:rPr>
              <a:t></a:t>
            </a:r>
            <a:r>
              <a:rPr sz="2850" spc="-345" baseline="16081" dirty="0">
                <a:latin typeface="Arial"/>
                <a:cs typeface="Arial"/>
              </a:rPr>
              <a:t>˙</a:t>
            </a:r>
            <a:r>
              <a:rPr sz="2850" spc="-89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endParaRPr sz="2850" baseline="2923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40590" y="2716676"/>
            <a:ext cx="53149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47040" algn="l"/>
              </a:tabLst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78936" y="2546491"/>
            <a:ext cx="100647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79425" algn="l"/>
                <a:tab pos="922019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91146" y="2716676"/>
            <a:ext cx="9258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56540" algn="l"/>
                <a:tab pos="841375" algn="l"/>
              </a:tabLst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66040" y="2906393"/>
            <a:ext cx="49593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155" dirty="0">
                <a:latin typeface="Times New Roman"/>
                <a:cs typeface="Times New Roman"/>
              </a:rPr>
              <a:t> </a:t>
            </a:r>
            <a:r>
              <a:rPr sz="2850" baseline="-2923" dirty="0">
                <a:latin typeface="Times New Roman"/>
                <a:cs typeface="Times New Roman"/>
              </a:rPr>
              <a:t>0</a:t>
            </a:r>
            <a:r>
              <a:rPr sz="2850" spc="254" baseline="-292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84838" y="2906393"/>
            <a:ext cx="38036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447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2923" dirty="0">
                <a:latin typeface="Times New Roman"/>
                <a:cs typeface="Times New Roman"/>
              </a:rPr>
              <a:t>0</a:t>
            </a:r>
            <a:endParaRPr sz="2850" baseline="-2923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51338" y="2906201"/>
            <a:ext cx="77597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97510" algn="l"/>
              </a:tabLst>
            </a:pP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2850" spc="-37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baseline="10233" dirty="0">
                <a:latin typeface="Symbol"/>
                <a:cs typeface="Symbol"/>
              </a:rPr>
              <a:t></a:t>
            </a:r>
            <a:r>
              <a:rPr sz="2850" spc="345" baseline="10233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Symbol"/>
                <a:cs typeface="Symbol"/>
              </a:rPr>
              <a:t></a:t>
            </a:r>
            <a:r>
              <a:rPr sz="2850" spc="-142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40824" y="2906201"/>
            <a:ext cx="87058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2923" dirty="0">
                <a:latin typeface="Symbol"/>
                <a:cs typeface="Symbol"/>
              </a:rPr>
              <a:t>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i="1" spc="-229" dirty="0">
                <a:latin typeface="Times New Roman"/>
                <a:cs typeface="Times New Roman"/>
              </a:rPr>
              <a:t>L</a:t>
            </a:r>
            <a:r>
              <a:rPr sz="1900" spc="-229" dirty="0">
                <a:latin typeface="Times New Roman"/>
                <a:cs typeface="Times New Roman"/>
              </a:rPr>
              <a:t>1</a:t>
            </a:r>
            <a:r>
              <a:rPr sz="2000" i="1" spc="-229" dirty="0">
                <a:latin typeface="Symbol"/>
                <a:cs typeface="Symbol"/>
              </a:rPr>
              <a:t></a:t>
            </a:r>
            <a:r>
              <a:rPr sz="2850" spc="-345" baseline="16081" dirty="0">
                <a:latin typeface="Arial"/>
                <a:cs typeface="Arial"/>
              </a:rPr>
              <a:t>˙</a:t>
            </a:r>
            <a:r>
              <a:rPr sz="2850" spc="-15" baseline="16081" dirty="0">
                <a:latin typeface="Arial"/>
                <a:cs typeface="Arial"/>
              </a:rPr>
              <a:t> </a:t>
            </a:r>
            <a:r>
              <a:rPr sz="2850" spc="-75" baseline="2923" dirty="0">
                <a:latin typeface="Symbol"/>
                <a:cs typeface="Symbol"/>
              </a:rPr>
              <a:t></a:t>
            </a:r>
            <a:endParaRPr sz="2850" baseline="2923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66040" y="2188890"/>
            <a:ext cx="49593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44" baseline="-4385" dirty="0">
                <a:latin typeface="Symbol"/>
                <a:cs typeface="Symbol"/>
              </a:rPr>
              <a:t></a:t>
            </a:r>
            <a:r>
              <a:rPr sz="1900" i="1" spc="30" dirty="0">
                <a:latin typeface="Times New Roman"/>
                <a:cs typeface="Times New Roman"/>
              </a:rPr>
              <a:t>L</a:t>
            </a:r>
            <a:r>
              <a:rPr sz="1900" spc="30" dirty="0">
                <a:latin typeface="Times New Roman"/>
                <a:cs typeface="Times New Roman"/>
              </a:rPr>
              <a:t>2</a:t>
            </a:r>
            <a:r>
              <a:rPr sz="2850" spc="44" baseline="-4385" dirty="0">
                <a:latin typeface="Symbol"/>
                <a:cs typeface="Symbol"/>
              </a:rPr>
              <a:t></a:t>
            </a:r>
            <a:endParaRPr sz="2850" baseline="-4385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52957" y="2540677"/>
            <a:ext cx="191579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054100" algn="l"/>
                <a:tab pos="1398270" algn="l"/>
                <a:tab pos="1743075" algn="l"/>
              </a:tabLst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2850" baseline="-10233" dirty="0">
                <a:latin typeface="Symbol"/>
                <a:cs typeface="Symbol"/>
              </a:rPr>
              <a:t></a:t>
            </a:r>
            <a:r>
              <a:rPr sz="2850" spc="480" baseline="-10233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c</a:t>
            </a:r>
            <a:r>
              <a:rPr sz="1900" spc="-20" dirty="0">
                <a:latin typeface="Times New Roman"/>
                <a:cs typeface="Times New Roman"/>
              </a:rPr>
              <a:t>2</a:t>
            </a:r>
            <a:r>
              <a:rPr sz="2000" i="1" spc="-20" dirty="0">
                <a:latin typeface="Symbol"/>
                <a:cs typeface="Symbol"/>
              </a:rPr>
              <a:t></a:t>
            </a:r>
            <a:r>
              <a:rPr sz="2850" spc="-30" baseline="16081" dirty="0">
                <a:latin typeface="Arial"/>
                <a:cs typeface="Arial"/>
              </a:rPr>
              <a:t>˙</a:t>
            </a:r>
            <a:r>
              <a:rPr sz="2850" baseline="16081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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659438" y="2101991"/>
            <a:ext cx="2379980" cy="11360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5"/>
              </a:spcBef>
              <a:tabLst>
                <a:tab pos="827405" algn="l"/>
                <a:tab pos="1330960" algn="l"/>
              </a:tabLst>
            </a:pPr>
            <a:r>
              <a:rPr sz="2850" baseline="-4385" dirty="0">
                <a:latin typeface="Symbol"/>
                <a:cs typeface="Symbol"/>
              </a:rPr>
              <a:t></a:t>
            </a:r>
            <a:r>
              <a:rPr sz="2850" spc="322" baseline="-438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0</a:t>
            </a:r>
            <a:r>
              <a:rPr sz="2850" spc="-37" baseline="-4385" dirty="0">
                <a:latin typeface="Symbol"/>
                <a:cs typeface="Symbol"/>
              </a:rPr>
              <a:t></a:t>
            </a:r>
            <a:r>
              <a:rPr sz="2850" spc="-37" baseline="8771" dirty="0">
                <a:latin typeface="Symbol"/>
                <a:cs typeface="Symbol"/>
              </a:rPr>
              <a:t></a:t>
            </a:r>
            <a:r>
              <a:rPr sz="2850" spc="-37" baseline="4385" dirty="0">
                <a:latin typeface="Symbol"/>
                <a:cs typeface="Symbol"/>
              </a:rPr>
              <a:t>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2</a:t>
            </a:r>
            <a:r>
              <a:rPr sz="2000" i="1" spc="-25" dirty="0">
                <a:latin typeface="Symbol"/>
                <a:cs typeface="Symbol"/>
              </a:rPr>
              <a:t></a:t>
            </a:r>
            <a:r>
              <a:rPr sz="2850" spc="-37" baseline="16081" dirty="0">
                <a:latin typeface="Arial"/>
                <a:cs typeface="Arial"/>
              </a:rPr>
              <a:t>˙</a:t>
            </a:r>
            <a:r>
              <a:rPr sz="2850" spc="-104" baseline="16081" dirty="0">
                <a:latin typeface="Arial"/>
                <a:cs typeface="Arial"/>
              </a:rPr>
              <a:t> </a:t>
            </a:r>
            <a:r>
              <a:rPr sz="2850" spc="-75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  <a:p>
            <a:pPr marL="753110" marR="1264285" algn="ctr">
              <a:lnSpc>
                <a:spcPts val="2880"/>
              </a:lnSpc>
              <a:spcBef>
                <a:spcPts val="75"/>
              </a:spcBef>
            </a:pP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30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80598" y="2407366"/>
            <a:ext cx="285432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415540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3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2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75" dirty="0">
                <a:latin typeface="Times New Roman"/>
                <a:cs typeface="Times New Roman"/>
              </a:rPr>
              <a:t> </a:t>
            </a:r>
            <a:r>
              <a:rPr sz="1650" spc="-284" baseline="42929" dirty="0">
                <a:latin typeface="Times New Roman"/>
                <a:cs typeface="Times New Roman"/>
              </a:rPr>
              <a:t>3</a:t>
            </a:r>
            <a:r>
              <a:rPr sz="1900" i="1" spc="-190" dirty="0">
                <a:latin typeface="Times New Roman"/>
                <a:cs typeface="Times New Roman"/>
              </a:rPr>
              <a:t>R</a:t>
            </a:r>
            <a:r>
              <a:rPr sz="3050" spc="-190" dirty="0">
                <a:latin typeface="Symbol"/>
                <a:cs typeface="Symbol"/>
              </a:rPr>
              <a:t></a:t>
            </a:r>
            <a:r>
              <a:rPr sz="3050" spc="-3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24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27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245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Symbol"/>
                <a:cs typeface="Symbol"/>
              </a:rPr>
              <a:t></a:t>
            </a:r>
            <a:r>
              <a:rPr sz="1900" spc="-25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67712" y="3773674"/>
            <a:ext cx="70612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50" dirty="0">
                <a:latin typeface="Times New Roman"/>
                <a:cs typeface="Times New Roman"/>
              </a:rPr>
              <a:t>L</a:t>
            </a:r>
            <a:r>
              <a:rPr sz="1900" spc="-50" dirty="0">
                <a:latin typeface="Times New Roman"/>
                <a:cs typeface="Times New Roman"/>
              </a:rPr>
              <a:t>2</a:t>
            </a:r>
            <a:r>
              <a:rPr sz="1900" i="1" spc="-50" dirty="0">
                <a:latin typeface="Times New Roman"/>
                <a:cs typeface="Times New Roman"/>
              </a:rPr>
              <a:t>c</a:t>
            </a:r>
            <a:r>
              <a:rPr sz="1900" spc="-50" dirty="0">
                <a:latin typeface="Times New Roman"/>
                <a:cs typeface="Times New Roman"/>
              </a:rPr>
              <a:t>3</a:t>
            </a:r>
            <a:r>
              <a:rPr sz="2000" i="1" spc="-50" dirty="0">
                <a:latin typeface="Symbol"/>
                <a:cs typeface="Symbol"/>
              </a:rPr>
              <a:t></a:t>
            </a:r>
            <a:r>
              <a:rPr sz="2850" spc="-75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669736" y="3408150"/>
            <a:ext cx="70167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40" dirty="0">
                <a:latin typeface="Times New Roman"/>
                <a:cs typeface="Times New Roman"/>
              </a:rPr>
              <a:t>L</a:t>
            </a:r>
            <a:r>
              <a:rPr sz="1900" spc="-40" dirty="0">
                <a:latin typeface="Times New Roman"/>
                <a:cs typeface="Times New Roman"/>
              </a:rPr>
              <a:t>2</a:t>
            </a:r>
            <a:r>
              <a:rPr sz="1900" i="1" spc="-40" dirty="0">
                <a:latin typeface="Times New Roman"/>
                <a:cs typeface="Times New Roman"/>
              </a:rPr>
              <a:t>s</a:t>
            </a:r>
            <a:r>
              <a:rPr sz="1900" spc="-40" dirty="0">
                <a:latin typeface="Times New Roman"/>
                <a:cs typeface="Times New Roman"/>
              </a:rPr>
              <a:t>3</a:t>
            </a:r>
            <a:r>
              <a:rPr sz="2000" i="1" spc="-40" dirty="0">
                <a:latin typeface="Symbol"/>
                <a:cs typeface="Symbol"/>
              </a:rPr>
              <a:t></a:t>
            </a:r>
            <a:r>
              <a:rPr sz="2850" spc="-60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30873" y="3773674"/>
            <a:ext cx="48133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70" dirty="0">
                <a:latin typeface="Times New Roman"/>
                <a:cs typeface="Times New Roman"/>
              </a:rPr>
              <a:t>L</a:t>
            </a:r>
            <a:r>
              <a:rPr sz="1900" spc="-70" dirty="0">
                <a:latin typeface="Times New Roman"/>
                <a:cs typeface="Times New Roman"/>
              </a:rPr>
              <a:t>2</a:t>
            </a:r>
            <a:r>
              <a:rPr sz="2000" i="1" spc="-70" dirty="0">
                <a:latin typeface="Symbol"/>
                <a:cs typeface="Symbol"/>
              </a:rPr>
              <a:t></a:t>
            </a:r>
            <a:r>
              <a:rPr sz="2850" spc="-104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70427" y="3348540"/>
            <a:ext cx="1838960" cy="11220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695"/>
              </a:spcBef>
              <a:tabLst>
                <a:tab pos="969010" algn="l"/>
              </a:tabLst>
            </a:pPr>
            <a:r>
              <a:rPr sz="2850" baseline="-4385" dirty="0">
                <a:latin typeface="Symbol"/>
                <a:cs typeface="Symbol"/>
              </a:rPr>
              <a:t></a:t>
            </a:r>
            <a:r>
              <a:rPr sz="2850" spc="330" baseline="-438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95"/>
              </a:spcBef>
              <a:tabLst>
                <a:tab pos="960119" algn="l"/>
                <a:tab pos="1408430" algn="l"/>
              </a:tabLst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2850" baseline="26315" dirty="0">
                <a:latin typeface="Symbol"/>
                <a:cs typeface="Symbol"/>
              </a:rPr>
              <a:t>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-25" dirty="0">
                <a:latin typeface="Times New Roman"/>
                <a:cs typeface="Times New Roman"/>
              </a:rPr>
              <a:t>c</a:t>
            </a:r>
            <a:r>
              <a:rPr sz="1900" spc="-2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2850" spc="-75" baseline="-10233" dirty="0">
                <a:latin typeface="Symbol"/>
                <a:cs typeface="Symbol"/>
              </a:rPr>
              <a:t></a:t>
            </a:r>
            <a:endParaRPr sz="2850" baseline="-10233">
              <a:latin typeface="Symbol"/>
              <a:cs typeface="Symbol"/>
            </a:endParaRPr>
          </a:p>
          <a:p>
            <a:pPr marL="244475">
              <a:lnSpc>
                <a:spcPct val="100000"/>
              </a:lnSpc>
              <a:spcBef>
                <a:spcPts val="595"/>
              </a:spcBef>
              <a:tabLst>
                <a:tab pos="476250" algn="l"/>
                <a:tab pos="1010919" algn="l"/>
              </a:tabLst>
            </a:pPr>
            <a:r>
              <a:rPr sz="2850" spc="-75" baseline="2923" dirty="0">
                <a:latin typeface="Symbol"/>
                <a:cs typeface="Symbol"/>
              </a:rPr>
              <a:t>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19987" y="3421443"/>
            <a:ext cx="14795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00936" y="2116430"/>
            <a:ext cx="147955" cy="7556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60" name="object 6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9229"/>
            <a:ext cx="7298690" cy="1137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831215" algn="l"/>
              </a:tabLst>
            </a:pPr>
            <a:r>
              <a:rPr sz="1600" spc="-25" dirty="0">
                <a:latin typeface="Arial"/>
                <a:cs typeface="Arial"/>
              </a:rPr>
              <a:t>For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2000" b="1" i="1" spc="-25" dirty="0">
                <a:latin typeface="Times New Roman"/>
                <a:cs typeface="Times New Roman"/>
              </a:rPr>
              <a:t>i=4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8265" y="3465161"/>
            <a:ext cx="120014" cy="551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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60"/>
              </a:lnSpc>
            </a:pP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1851" y="3931860"/>
            <a:ext cx="25063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99030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1851" y="3698773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1851" y="3465161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7047" y="2656075"/>
            <a:ext cx="1466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5365" y="2699388"/>
            <a:ext cx="30353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30" dirty="0">
                <a:latin typeface="Symbol"/>
                <a:cs typeface="Symbol"/>
              </a:rPr>
              <a:t></a:t>
            </a:r>
            <a:r>
              <a:rPr sz="2850" spc="44" baseline="-43859" dirty="0">
                <a:latin typeface="Symbol"/>
                <a:cs typeface="Symbol"/>
              </a:rPr>
              <a:t></a:t>
            </a:r>
            <a:endParaRPr sz="2850" baseline="-43859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0765" y="2445642"/>
            <a:ext cx="252729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44" baseline="-4385" dirty="0">
                <a:latin typeface="Symbol"/>
                <a:cs typeface="Symbol"/>
              </a:rPr>
              <a:t></a:t>
            </a:r>
            <a:r>
              <a:rPr sz="1900" spc="30" dirty="0">
                <a:latin typeface="Symbol"/>
                <a:cs typeface="Symbol"/>
              </a:rPr>
              <a:t>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0765" y="2212534"/>
            <a:ext cx="252729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44" baseline="-4385" dirty="0">
                <a:latin typeface="Symbol"/>
                <a:cs typeface="Symbol"/>
              </a:rPr>
              <a:t></a:t>
            </a:r>
            <a:r>
              <a:rPr sz="1900" spc="30" dirty="0">
                <a:latin typeface="Symbol"/>
                <a:cs typeface="Symbol"/>
              </a:rPr>
              <a:t>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0135" y="2699388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0135" y="3080007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0135" y="2232688"/>
            <a:ext cx="120014" cy="551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</a:t>
            </a:r>
            <a:endParaRPr sz="1900">
              <a:latin typeface="Symbol"/>
              <a:cs typeface="Symbol"/>
            </a:endParaRPr>
          </a:p>
          <a:p>
            <a:pPr marL="12700">
              <a:lnSpc>
                <a:spcPts val="2060"/>
              </a:lnSpc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5069" y="2733610"/>
            <a:ext cx="48133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401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5069" y="2499998"/>
            <a:ext cx="48133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4015" algn="l"/>
              </a:tabLst>
            </a:pPr>
            <a:r>
              <a:rPr sz="1900" spc="-50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5900" y="2699388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44" baseline="-7309" dirty="0">
                <a:latin typeface="Symbol"/>
                <a:cs typeface="Symbol"/>
              </a:rPr>
              <a:t></a:t>
            </a:r>
            <a:r>
              <a:rPr sz="2850" spc="44" baseline="-43859" dirty="0">
                <a:latin typeface="Symbol"/>
                <a:cs typeface="Symbol"/>
              </a:rPr>
              <a:t></a:t>
            </a:r>
            <a:r>
              <a:rPr sz="1900" spc="3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5900" y="2445642"/>
            <a:ext cx="40259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44" baseline="-13157" dirty="0">
                <a:latin typeface="Symbol"/>
                <a:cs typeface="Symbol"/>
              </a:rPr>
              <a:t></a:t>
            </a:r>
            <a:r>
              <a:rPr sz="1900" spc="30" dirty="0">
                <a:latin typeface="Symbol"/>
                <a:cs typeface="Symbol"/>
              </a:rPr>
              <a:t></a:t>
            </a:r>
            <a:r>
              <a:rPr sz="2850" spc="44" baseline="-4385" dirty="0">
                <a:latin typeface="Symbol"/>
                <a:cs typeface="Symbol"/>
              </a:rPr>
              <a:t></a:t>
            </a:r>
            <a:endParaRPr sz="2850" baseline="-438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7879" y="2733610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67879" y="2499998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7879" y="3045764"/>
            <a:ext cx="12001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latin typeface="Symbol"/>
                <a:cs typeface="Symbol"/>
              </a:rPr>
              <a:t>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3861" y="3040222"/>
            <a:ext cx="39560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110" dirty="0">
                <a:latin typeface="Times New Roman"/>
                <a:cs typeface="Times New Roman"/>
              </a:rPr>
              <a:t> </a:t>
            </a:r>
            <a:r>
              <a:rPr sz="2850" spc="44" baseline="-8771" dirty="0">
                <a:latin typeface="Symbol"/>
                <a:cs typeface="Symbol"/>
              </a:rPr>
              <a:t></a:t>
            </a:r>
            <a:r>
              <a:rPr sz="2850" spc="44" baseline="-13157" dirty="0">
                <a:latin typeface="Symbol"/>
                <a:cs typeface="Symbol"/>
              </a:rPr>
              <a:t></a:t>
            </a:r>
            <a:endParaRPr sz="2850" baseline="-13157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7166" y="4374999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92031" y="4009977"/>
            <a:ext cx="7886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04215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12255" y="3644474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6451" y="4198999"/>
            <a:ext cx="255714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spc="-112" baseline="10233" dirty="0">
                <a:latin typeface="Symbol"/>
                <a:cs typeface="Symbol"/>
              </a:rPr>
              <a:t></a:t>
            </a:r>
            <a:r>
              <a:rPr sz="2850" spc="-112" baseline="-23391" dirty="0">
                <a:latin typeface="Symbol"/>
                <a:cs typeface="Symbol"/>
              </a:rPr>
              <a:t></a:t>
            </a:r>
            <a:r>
              <a:rPr sz="1900" spc="-75" dirty="0">
                <a:latin typeface="Times New Roman"/>
                <a:cs typeface="Times New Roman"/>
              </a:rPr>
              <a:t>(</a:t>
            </a:r>
            <a:r>
              <a:rPr sz="1900" spc="-75" dirty="0">
                <a:latin typeface="Symbol"/>
                <a:cs typeface="Symbol"/>
              </a:rPr>
              <a:t></a:t>
            </a:r>
            <a:r>
              <a:rPr sz="1900" i="1" spc="-75" dirty="0">
                <a:latin typeface="Times New Roman"/>
                <a:cs typeface="Times New Roman"/>
              </a:rPr>
              <a:t>L</a:t>
            </a:r>
            <a:r>
              <a:rPr sz="1900" spc="-75" dirty="0">
                <a:latin typeface="Times New Roman"/>
                <a:cs typeface="Times New Roman"/>
              </a:rPr>
              <a:t>1</a:t>
            </a:r>
            <a:r>
              <a:rPr sz="1900" spc="-75" dirty="0">
                <a:latin typeface="Symbol"/>
                <a:cs typeface="Symbol"/>
              </a:rPr>
              <a:t>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L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spc="-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spc="-85" dirty="0">
                <a:latin typeface="Times New Roman"/>
                <a:cs typeface="Times New Roman"/>
              </a:rPr>
              <a:t>L</a:t>
            </a:r>
            <a:r>
              <a:rPr sz="1900" spc="-85" dirty="0">
                <a:latin typeface="Times New Roman"/>
                <a:cs typeface="Times New Roman"/>
              </a:rPr>
              <a:t>3</a:t>
            </a:r>
            <a:r>
              <a:rPr sz="1900" i="1" spc="-85" dirty="0">
                <a:latin typeface="Times New Roman"/>
                <a:cs typeface="Times New Roman"/>
              </a:rPr>
              <a:t>c</a:t>
            </a:r>
            <a:r>
              <a:rPr sz="1900" spc="-85" dirty="0">
                <a:latin typeface="Times New Roman"/>
                <a:cs typeface="Times New Roman"/>
              </a:rPr>
              <a:t>23)</a:t>
            </a:r>
            <a:r>
              <a:rPr sz="2000" i="1" spc="-85" dirty="0">
                <a:latin typeface="Symbol"/>
                <a:cs typeface="Symbol"/>
              </a:rPr>
              <a:t></a:t>
            </a:r>
            <a:r>
              <a:rPr sz="2850" spc="-127" baseline="16081" dirty="0">
                <a:latin typeface="Arial"/>
                <a:cs typeface="Arial"/>
              </a:rPr>
              <a:t>˙</a:t>
            </a:r>
            <a:r>
              <a:rPr sz="2850" spc="37" baseline="16081" dirty="0">
                <a:latin typeface="Arial"/>
                <a:cs typeface="Arial"/>
              </a:rPr>
              <a:t> </a:t>
            </a:r>
            <a:r>
              <a:rPr sz="2850" spc="-577" baseline="10233" dirty="0">
                <a:latin typeface="Symbol"/>
                <a:cs typeface="Symbol"/>
              </a:rPr>
              <a:t></a:t>
            </a:r>
            <a:r>
              <a:rPr sz="2850" spc="-577" baseline="-23391" dirty="0">
                <a:latin typeface="Symbol"/>
                <a:cs typeface="Symbol"/>
              </a:rPr>
              <a:t></a:t>
            </a:r>
            <a:endParaRPr sz="2850" baseline="-23391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92629" y="3833989"/>
            <a:ext cx="246253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43865" algn="l"/>
              </a:tabLst>
            </a:pP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(</a:t>
            </a:r>
            <a:r>
              <a:rPr sz="1900" i="1" dirty="0">
                <a:latin typeface="Times New Roman"/>
                <a:cs typeface="Times New Roman"/>
              </a:rPr>
              <a:t>L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-2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spc="-70" dirty="0">
                <a:latin typeface="Times New Roman"/>
                <a:cs typeface="Times New Roman"/>
              </a:rPr>
              <a:t>L</a:t>
            </a:r>
            <a:r>
              <a:rPr sz="1900" spc="-70" dirty="0">
                <a:latin typeface="Times New Roman"/>
                <a:cs typeface="Times New Roman"/>
              </a:rPr>
              <a:t>3)</a:t>
            </a:r>
            <a:r>
              <a:rPr sz="2000" i="1" spc="-70" dirty="0">
                <a:latin typeface="Symbol"/>
                <a:cs typeface="Symbol"/>
              </a:rPr>
              <a:t></a:t>
            </a:r>
            <a:r>
              <a:rPr sz="2850" spc="-104" baseline="16081" dirty="0">
                <a:latin typeface="Arial"/>
                <a:cs typeface="Arial"/>
              </a:rPr>
              <a:t>˙</a:t>
            </a:r>
            <a:r>
              <a:rPr sz="2850" spc="592" baseline="16081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i="1" spc="-80" dirty="0">
                <a:latin typeface="Times New Roman"/>
                <a:cs typeface="Times New Roman"/>
              </a:rPr>
              <a:t>L</a:t>
            </a:r>
            <a:r>
              <a:rPr sz="1900" spc="-80" dirty="0">
                <a:latin typeface="Times New Roman"/>
                <a:cs typeface="Times New Roman"/>
              </a:rPr>
              <a:t>3</a:t>
            </a:r>
            <a:r>
              <a:rPr sz="2000" i="1" spc="-80" dirty="0">
                <a:latin typeface="Symbol"/>
                <a:cs typeface="Symbol"/>
              </a:rPr>
              <a:t></a:t>
            </a:r>
            <a:r>
              <a:rPr sz="2850" spc="-120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29276" y="2777001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27656" y="2412062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34906" y="3045764"/>
            <a:ext cx="92710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32434" algn="l"/>
                <a:tab pos="794385" algn="l"/>
              </a:tabLst>
            </a:pPr>
            <a:r>
              <a:rPr sz="1650" baseline="2525" dirty="0">
                <a:latin typeface="Times New Roman"/>
                <a:cs typeface="Times New Roman"/>
              </a:rPr>
              <a:t>3</a:t>
            </a:r>
            <a:r>
              <a:rPr sz="1650" spc="-82" baseline="2525" dirty="0">
                <a:latin typeface="Times New Roman"/>
                <a:cs typeface="Times New Roman"/>
              </a:rPr>
              <a:t> </a:t>
            </a:r>
            <a:r>
              <a:rPr sz="2850" spc="-75" baseline="-7309" dirty="0">
                <a:latin typeface="Symbol"/>
                <a:cs typeface="Symbol"/>
              </a:rPr>
              <a:t></a:t>
            </a:r>
            <a:r>
              <a:rPr sz="2850" baseline="-7309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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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55900" y="3045764"/>
            <a:ext cx="5975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spc="55" dirty="0">
                <a:latin typeface="Symbol"/>
                <a:cs typeface="Symbol"/>
              </a:rPr>
              <a:t></a:t>
            </a:r>
            <a:r>
              <a:rPr sz="2850" spc="82" baseline="-13157" dirty="0">
                <a:latin typeface="Symbol"/>
                <a:cs typeface="Symbol"/>
              </a:rPr>
              <a:t></a:t>
            </a:r>
            <a:r>
              <a:rPr sz="2850" spc="82" baseline="-7309" dirty="0">
                <a:latin typeface="Symbol"/>
                <a:cs typeface="Symbol"/>
              </a:rPr>
              <a:t></a:t>
            </a:r>
            <a:r>
              <a:rPr sz="2850" spc="742" baseline="-7309" dirty="0">
                <a:latin typeface="Times New Roman"/>
                <a:cs typeface="Times New Roman"/>
              </a:rPr>
              <a:t> </a:t>
            </a:r>
            <a:r>
              <a:rPr sz="1650" spc="-75" baseline="2525" dirty="0">
                <a:latin typeface="Times New Roman"/>
                <a:cs typeface="Times New Roman"/>
              </a:rPr>
              <a:t>2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18400" y="2675222"/>
            <a:ext cx="25971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2850" spc="-75" baseline="-5847" dirty="0">
                <a:latin typeface="Symbol"/>
                <a:cs typeface="Symbol"/>
              </a:rPr>
              <a:t></a:t>
            </a:r>
            <a:endParaRPr sz="2850" baseline="-5847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90976" y="2310283"/>
            <a:ext cx="31242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2850" spc="-75" baseline="-35087" dirty="0">
                <a:latin typeface="Symbol"/>
                <a:cs typeface="Symbol"/>
              </a:rPr>
              <a:t></a:t>
            </a:r>
            <a:endParaRPr sz="2850" baseline="-35087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6973" y="2777001"/>
            <a:ext cx="52260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38150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5063" y="2777001"/>
            <a:ext cx="9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93287" y="2606816"/>
            <a:ext cx="98869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1009" algn="l"/>
                <a:tab pos="904240" algn="l"/>
              </a:tabLst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13876" y="2777001"/>
            <a:ext cx="3416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56540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55069" y="2966718"/>
            <a:ext cx="48133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Symbol"/>
                <a:cs typeface="Symbol"/>
              </a:rPr>
              <a:t>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2850" baseline="-2923" dirty="0">
                <a:latin typeface="Times New Roman"/>
                <a:cs typeface="Times New Roman"/>
              </a:rPr>
              <a:t>0</a:t>
            </a:r>
            <a:r>
              <a:rPr sz="2850" spc="172" baseline="-292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67879" y="2966718"/>
            <a:ext cx="24320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latin typeface="Symbol"/>
                <a:cs typeface="Symbol"/>
              </a:rPr>
              <a:t></a:t>
            </a:r>
            <a:r>
              <a:rPr sz="2850" spc="-37" baseline="-2923" dirty="0">
                <a:latin typeface="Times New Roman"/>
                <a:cs typeface="Times New Roman"/>
              </a:rPr>
              <a:t>0</a:t>
            </a:r>
            <a:endParaRPr sz="2850" baseline="-292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28361" y="2966516"/>
            <a:ext cx="127508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97510" algn="l"/>
              </a:tabLst>
            </a:pP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2850" spc="-37" baseline="2923" dirty="0">
                <a:latin typeface="Symbol"/>
                <a:cs typeface="Symbol"/>
              </a:rPr>
              <a:t>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2850" spc="-142" baseline="10233" dirty="0">
                <a:latin typeface="Symbol"/>
                <a:cs typeface="Symbol"/>
              </a:rPr>
              <a:t></a:t>
            </a:r>
            <a:r>
              <a:rPr sz="2000" i="1" spc="-95" dirty="0">
                <a:latin typeface="Symbol"/>
                <a:cs typeface="Symbol"/>
              </a:rPr>
              <a:t></a:t>
            </a:r>
            <a:r>
              <a:rPr sz="2850" spc="-142" baseline="16081" dirty="0">
                <a:latin typeface="Arial"/>
                <a:cs typeface="Arial"/>
              </a:rPr>
              <a:t>˙</a:t>
            </a:r>
            <a:r>
              <a:rPr sz="2850" spc="225" baseline="16081" dirty="0">
                <a:latin typeface="Arial"/>
                <a:cs typeface="Arial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305" dirty="0">
                <a:latin typeface="Times New Roman"/>
                <a:cs typeface="Times New Roman"/>
              </a:rPr>
              <a:t> </a:t>
            </a:r>
            <a:r>
              <a:rPr sz="2000" i="1" spc="-235" dirty="0">
                <a:latin typeface="Symbol"/>
                <a:cs typeface="Symbol"/>
              </a:rPr>
              <a:t></a:t>
            </a:r>
            <a:r>
              <a:rPr sz="2850" spc="-352" baseline="16081" dirty="0">
                <a:latin typeface="Arial"/>
                <a:cs typeface="Arial"/>
              </a:rPr>
              <a:t>˙</a:t>
            </a:r>
            <a:r>
              <a:rPr sz="2850" spc="120" baseline="16081" dirty="0">
                <a:latin typeface="Arial"/>
                <a:cs typeface="Arial"/>
              </a:rPr>
              <a:t> </a:t>
            </a:r>
            <a:r>
              <a:rPr sz="2850" spc="-75" baseline="10233" dirty="0">
                <a:latin typeface="Symbol"/>
                <a:cs typeface="Symbol"/>
              </a:rPr>
              <a:t></a:t>
            </a:r>
            <a:endParaRPr sz="2850" baseline="10233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14735" y="2966516"/>
            <a:ext cx="17310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baseline="10233" dirty="0">
                <a:latin typeface="Symbol"/>
                <a:cs typeface="Symbol"/>
              </a:rPr>
              <a:t>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i="1" dirty="0">
                <a:latin typeface="Times New Roman"/>
                <a:cs typeface="Times New Roman"/>
              </a:rPr>
              <a:t>L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-70" dirty="0">
                <a:latin typeface="Times New Roman"/>
                <a:cs typeface="Times New Roman"/>
              </a:rPr>
              <a:t>L</a:t>
            </a:r>
            <a:r>
              <a:rPr sz="1900" spc="-70" dirty="0">
                <a:latin typeface="Times New Roman"/>
                <a:cs typeface="Times New Roman"/>
              </a:rPr>
              <a:t>2</a:t>
            </a:r>
            <a:r>
              <a:rPr sz="1900" i="1" spc="-70" dirty="0">
                <a:latin typeface="Times New Roman"/>
                <a:cs typeface="Times New Roman"/>
              </a:rPr>
              <a:t>c</a:t>
            </a:r>
            <a:r>
              <a:rPr sz="1900" spc="-70" dirty="0">
                <a:latin typeface="Times New Roman"/>
                <a:cs typeface="Times New Roman"/>
              </a:rPr>
              <a:t>2)</a:t>
            </a:r>
            <a:r>
              <a:rPr sz="2000" i="1" spc="-70" dirty="0">
                <a:latin typeface="Symbol"/>
                <a:cs typeface="Symbol"/>
              </a:rPr>
              <a:t></a:t>
            </a:r>
            <a:r>
              <a:rPr sz="2850" spc="-104" baseline="16081" dirty="0">
                <a:latin typeface="Arial"/>
                <a:cs typeface="Arial"/>
              </a:rPr>
              <a:t>˙</a:t>
            </a:r>
            <a:r>
              <a:rPr sz="2850" spc="127" baseline="16081" dirty="0">
                <a:latin typeface="Arial"/>
                <a:cs typeface="Arial"/>
              </a:rPr>
              <a:t> </a:t>
            </a:r>
            <a:r>
              <a:rPr sz="2850" spc="-75" baseline="10233" dirty="0">
                <a:latin typeface="Symbol"/>
                <a:cs typeface="Symbol"/>
              </a:rPr>
              <a:t></a:t>
            </a:r>
            <a:endParaRPr sz="2850" baseline="10233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77077" y="3468466"/>
            <a:ext cx="7023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40" dirty="0">
                <a:latin typeface="Times New Roman"/>
                <a:cs typeface="Times New Roman"/>
              </a:rPr>
              <a:t>L</a:t>
            </a:r>
            <a:r>
              <a:rPr sz="1900" spc="-40" dirty="0">
                <a:latin typeface="Times New Roman"/>
                <a:cs typeface="Times New Roman"/>
              </a:rPr>
              <a:t>2</a:t>
            </a:r>
            <a:r>
              <a:rPr sz="1900" i="1" spc="-40" dirty="0">
                <a:latin typeface="Times New Roman"/>
                <a:cs typeface="Times New Roman"/>
              </a:rPr>
              <a:t>s</a:t>
            </a:r>
            <a:r>
              <a:rPr sz="1900" spc="-40" dirty="0">
                <a:latin typeface="Times New Roman"/>
                <a:cs typeface="Times New Roman"/>
              </a:rPr>
              <a:t>3</a:t>
            </a:r>
            <a:r>
              <a:rPr sz="2000" i="1" spc="-40" dirty="0">
                <a:latin typeface="Symbol"/>
                <a:cs typeface="Symbol"/>
              </a:rPr>
              <a:t></a:t>
            </a:r>
            <a:r>
              <a:rPr sz="2850" spc="-60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90475" y="2600992"/>
            <a:ext cx="70548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45" dirty="0">
                <a:latin typeface="Times New Roman"/>
                <a:cs typeface="Times New Roman"/>
              </a:rPr>
              <a:t>L</a:t>
            </a:r>
            <a:r>
              <a:rPr sz="1900" spc="-45" dirty="0">
                <a:latin typeface="Times New Roman"/>
                <a:cs typeface="Times New Roman"/>
              </a:rPr>
              <a:t>2</a:t>
            </a:r>
            <a:r>
              <a:rPr sz="1900" i="1" spc="-45" dirty="0">
                <a:latin typeface="Times New Roman"/>
                <a:cs typeface="Times New Roman"/>
              </a:rPr>
              <a:t>c</a:t>
            </a:r>
            <a:r>
              <a:rPr sz="1900" spc="-45" dirty="0">
                <a:latin typeface="Times New Roman"/>
                <a:cs typeface="Times New Roman"/>
              </a:rPr>
              <a:t>3</a:t>
            </a:r>
            <a:r>
              <a:rPr sz="2000" i="1" spc="-45" dirty="0">
                <a:latin typeface="Symbol"/>
                <a:cs typeface="Symbol"/>
              </a:rPr>
              <a:t></a:t>
            </a:r>
            <a:r>
              <a:rPr sz="2850" spc="-67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92500" y="2235912"/>
            <a:ext cx="70167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i="1" spc="-40" dirty="0">
                <a:latin typeface="Times New Roman"/>
                <a:cs typeface="Times New Roman"/>
              </a:rPr>
              <a:t>L</a:t>
            </a:r>
            <a:r>
              <a:rPr sz="1900" spc="-40" dirty="0">
                <a:latin typeface="Times New Roman"/>
                <a:cs typeface="Times New Roman"/>
              </a:rPr>
              <a:t>2</a:t>
            </a:r>
            <a:r>
              <a:rPr sz="1900" i="1" spc="-40" dirty="0">
                <a:latin typeface="Times New Roman"/>
                <a:cs typeface="Times New Roman"/>
              </a:rPr>
              <a:t>s</a:t>
            </a:r>
            <a:r>
              <a:rPr sz="1900" spc="-40" dirty="0">
                <a:latin typeface="Times New Roman"/>
                <a:cs typeface="Times New Roman"/>
              </a:rPr>
              <a:t>3</a:t>
            </a:r>
            <a:r>
              <a:rPr sz="2000" i="1" spc="-40" dirty="0">
                <a:latin typeface="Symbol"/>
                <a:cs typeface="Symbol"/>
              </a:rPr>
              <a:t></a:t>
            </a:r>
            <a:r>
              <a:rPr sz="2850" spc="-60" baseline="16081" dirty="0">
                <a:latin typeface="Arial"/>
                <a:cs typeface="Arial"/>
              </a:rPr>
              <a:t>˙</a:t>
            </a:r>
            <a:endParaRPr sz="2850" baseline="16081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55069" y="2249215"/>
            <a:ext cx="48133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-30" baseline="-4385" dirty="0">
                <a:latin typeface="Symbol"/>
                <a:cs typeface="Symbol"/>
              </a:rPr>
              <a:t></a:t>
            </a:r>
            <a:r>
              <a:rPr sz="1900" i="1" spc="-20" dirty="0">
                <a:latin typeface="Times New Roman"/>
                <a:cs typeface="Times New Roman"/>
              </a:rPr>
              <a:t>L</a:t>
            </a:r>
            <a:r>
              <a:rPr sz="1900" spc="-20" dirty="0">
                <a:latin typeface="Times New Roman"/>
                <a:cs typeface="Times New Roman"/>
              </a:rPr>
              <a:t>3</a:t>
            </a:r>
            <a:r>
              <a:rPr sz="2850" spc="-30" baseline="-4385" dirty="0">
                <a:latin typeface="Symbol"/>
                <a:cs typeface="Symbol"/>
              </a:rPr>
              <a:t></a:t>
            </a:r>
            <a:endParaRPr sz="2850" baseline="-4385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30385" y="2600992"/>
            <a:ext cx="211264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39115" algn="l"/>
                <a:tab pos="1266190" algn="l"/>
                <a:tab pos="1602105" algn="l"/>
                <a:tab pos="1939289" algn="l"/>
              </a:tabLst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2850" spc="-75" baseline="-10233" dirty="0">
                <a:latin typeface="Symbol"/>
                <a:cs typeface="Symbol"/>
              </a:rPr>
              <a:t></a:t>
            </a:r>
            <a:r>
              <a:rPr sz="2850" baseline="-10233" dirty="0">
                <a:latin typeface="Times New Roman"/>
                <a:cs typeface="Times New Roman"/>
              </a:rPr>
              <a:t>	</a:t>
            </a:r>
            <a:r>
              <a:rPr sz="1900" i="1" spc="-20" dirty="0">
                <a:latin typeface="Times New Roman"/>
                <a:cs typeface="Times New Roman"/>
              </a:rPr>
              <a:t>c</a:t>
            </a:r>
            <a:r>
              <a:rPr sz="1900" spc="-20" dirty="0">
                <a:latin typeface="Times New Roman"/>
                <a:cs typeface="Times New Roman"/>
              </a:rPr>
              <a:t>23</a:t>
            </a:r>
            <a:r>
              <a:rPr sz="2000" i="1" spc="-20" dirty="0">
                <a:latin typeface="Symbol"/>
                <a:cs typeface="Symbol"/>
              </a:rPr>
              <a:t></a:t>
            </a:r>
            <a:r>
              <a:rPr sz="2850" spc="-30" baseline="16081" dirty="0">
                <a:latin typeface="Arial"/>
                <a:cs typeface="Arial"/>
              </a:rPr>
              <a:t>˙</a:t>
            </a:r>
            <a:r>
              <a:rPr sz="2850" baseline="16081" dirty="0">
                <a:latin typeface="Arial"/>
                <a:cs typeface="Arial"/>
              </a:rPr>
              <a:t>	</a:t>
            </a:r>
            <a:r>
              <a:rPr sz="1900" spc="-50" dirty="0">
                <a:latin typeface="Symbol"/>
                <a:cs typeface="Symbol"/>
              </a:rPr>
              <a:t>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Symbol"/>
                <a:cs typeface="Symbol"/>
              </a:rPr>
              <a:t>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42479" y="2162305"/>
            <a:ext cx="2086610" cy="11360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5"/>
              </a:spcBef>
              <a:tabLst>
                <a:tab pos="478790" algn="l"/>
                <a:tab pos="825500" algn="l"/>
              </a:tabLst>
            </a:pPr>
            <a:r>
              <a:rPr sz="2850" spc="-37" baseline="-4385" dirty="0">
                <a:latin typeface="Symbol"/>
                <a:cs typeface="Symbol"/>
              </a:rPr>
              <a:t></a:t>
            </a:r>
            <a:r>
              <a:rPr sz="1900" spc="-2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	0</a:t>
            </a:r>
            <a:r>
              <a:rPr sz="2850" baseline="-4385" dirty="0">
                <a:latin typeface="Symbol"/>
                <a:cs typeface="Symbol"/>
              </a:rPr>
              <a:t></a:t>
            </a:r>
            <a:r>
              <a:rPr sz="2850" baseline="8771" dirty="0">
                <a:latin typeface="Symbol"/>
                <a:cs typeface="Symbol"/>
              </a:rPr>
              <a:t></a:t>
            </a:r>
            <a:r>
              <a:rPr sz="2850" baseline="4385" dirty="0">
                <a:latin typeface="Symbol"/>
                <a:cs typeface="Symbol"/>
              </a:rPr>
              <a:t></a:t>
            </a:r>
            <a:r>
              <a:rPr sz="2850" spc="-52" baseline="4385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s</a:t>
            </a:r>
            <a:r>
              <a:rPr sz="1900" spc="-60" dirty="0">
                <a:latin typeface="Times New Roman"/>
                <a:cs typeface="Times New Roman"/>
              </a:rPr>
              <a:t>23</a:t>
            </a:r>
            <a:r>
              <a:rPr sz="2000" i="1" spc="-60" dirty="0">
                <a:latin typeface="Symbol"/>
                <a:cs typeface="Symbol"/>
              </a:rPr>
              <a:t></a:t>
            </a:r>
            <a:r>
              <a:rPr sz="2850" spc="-89" baseline="16081" dirty="0">
                <a:latin typeface="Arial"/>
                <a:cs typeface="Arial"/>
              </a:rPr>
              <a:t>˙</a:t>
            </a:r>
            <a:r>
              <a:rPr sz="2850" spc="442" baseline="16081" dirty="0">
                <a:latin typeface="Arial"/>
                <a:cs typeface="Arial"/>
              </a:rPr>
              <a:t> </a:t>
            </a:r>
            <a:r>
              <a:rPr sz="2850" spc="-75" baseline="4385" dirty="0">
                <a:latin typeface="Symbol"/>
                <a:cs typeface="Symbol"/>
              </a:rPr>
              <a:t></a:t>
            </a:r>
            <a:endParaRPr sz="2850" baseline="4385">
              <a:latin typeface="Symbol"/>
              <a:cs typeface="Symbol"/>
            </a:endParaRPr>
          </a:p>
          <a:p>
            <a:pPr marL="477520">
              <a:lnSpc>
                <a:spcPct val="100000"/>
              </a:lnSpc>
              <a:spcBef>
                <a:spcPts val="575"/>
              </a:spcBef>
            </a:pPr>
            <a:r>
              <a:rPr sz="1900" spc="-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478790">
              <a:lnSpc>
                <a:spcPct val="100000"/>
              </a:lnSpc>
              <a:spcBef>
                <a:spcPts val="595"/>
              </a:spcBef>
            </a:pP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97653" y="2467691"/>
            <a:ext cx="181356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77670" algn="l"/>
              </a:tabLst>
            </a:pPr>
            <a:r>
              <a:rPr sz="3050" spc="-560" dirty="0">
                <a:latin typeface="Symbol"/>
                <a:cs typeface="Symbol"/>
              </a:rPr>
              <a:t></a:t>
            </a:r>
            <a:r>
              <a:rPr sz="3050" spc="-4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16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18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165" dirty="0">
                <a:latin typeface="Times New Roman"/>
                <a:cs typeface="Times New Roman"/>
              </a:rPr>
              <a:t> </a:t>
            </a:r>
            <a:r>
              <a:rPr sz="3050" spc="-35" dirty="0">
                <a:latin typeface="Symbol"/>
                <a:cs typeface="Symbol"/>
              </a:rPr>
              <a:t></a:t>
            </a:r>
            <a:r>
              <a:rPr sz="1900" spc="-35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4147" y="2614295"/>
            <a:ext cx="75501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1650" spc="-262" baseline="42929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3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285" dirty="0">
                <a:latin typeface="Times New Roman"/>
                <a:cs typeface="Times New Roman"/>
              </a:rPr>
              <a:t> </a:t>
            </a:r>
            <a:r>
              <a:rPr sz="1650" spc="-37" baseline="42929" dirty="0">
                <a:latin typeface="Times New Roman"/>
                <a:cs typeface="Times New Roman"/>
              </a:rPr>
              <a:t>4</a:t>
            </a:r>
            <a:r>
              <a:rPr sz="1900" i="1" spc="-25" dirty="0">
                <a:latin typeface="Times New Roman"/>
                <a:cs typeface="Times New Roman"/>
              </a:rPr>
              <a:t>R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4420" y="589229"/>
            <a:ext cx="6218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Angular</a:t>
            </a:r>
            <a:r>
              <a:rPr sz="20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Linear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Velocities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3R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Robot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9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4234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Note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(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5420" y="1400302"/>
            <a:ext cx="2402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effector </a:t>
            </a:r>
            <a:r>
              <a:rPr sz="1600" spc="-20" dirty="0">
                <a:latin typeface="Arial"/>
                <a:cs typeface="Arial"/>
              </a:rPr>
              <a:t>where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744" y="1644142"/>
            <a:ext cx="71748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differentiate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(measured)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{0}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however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represented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(expressed)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frame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Arial"/>
                <a:cs typeface="Arial"/>
              </a:rPr>
              <a:t>{4}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424201"/>
            <a:ext cx="484251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example: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Observer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sitting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“Car”</a:t>
            </a:r>
            <a:endParaRPr sz="1600">
              <a:latin typeface="Arial"/>
              <a:cs typeface="Arial"/>
            </a:endParaRPr>
          </a:p>
          <a:p>
            <a:pPr marL="212852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Arial"/>
                <a:cs typeface="Arial"/>
              </a:rPr>
              <a:t>Observer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sitting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“World”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140" y="4760166"/>
            <a:ext cx="66421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rial"/>
                <a:cs typeface="Arial"/>
              </a:rPr>
              <a:t>Solve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135" dirty="0">
                <a:latin typeface="Arial"/>
                <a:cs typeface="Arial"/>
              </a:rPr>
              <a:t> </a:t>
            </a:r>
            <a:r>
              <a:rPr sz="2850" i="1" baseline="4385" dirty="0">
                <a:latin typeface="Times New Roman"/>
                <a:cs typeface="Times New Roman"/>
              </a:rPr>
              <a:t>v</a:t>
            </a:r>
            <a:r>
              <a:rPr sz="1650" baseline="-17676" dirty="0">
                <a:latin typeface="Times New Roman"/>
                <a:cs typeface="Times New Roman"/>
              </a:rPr>
              <a:t>4</a:t>
            </a:r>
            <a:r>
              <a:rPr sz="1650" spc="577" baseline="-17676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and</a:t>
            </a:r>
            <a:r>
              <a:rPr sz="1600" spc="-200" dirty="0">
                <a:latin typeface="Arial"/>
                <a:cs typeface="Arial"/>
              </a:rPr>
              <a:t> </a:t>
            </a:r>
            <a:r>
              <a:rPr sz="2000" i="1" dirty="0">
                <a:latin typeface="Symbol"/>
                <a:cs typeface="Symbol"/>
              </a:rPr>
              <a:t></a:t>
            </a:r>
            <a:r>
              <a:rPr sz="1650" baseline="-25252" dirty="0">
                <a:latin typeface="Times New Roman"/>
                <a:cs typeface="Times New Roman"/>
              </a:rPr>
              <a:t>4</a:t>
            </a:r>
            <a:r>
              <a:rPr sz="1650" spc="322" baseline="-25252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multiply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side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 questions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left </a:t>
            </a:r>
            <a:r>
              <a:rPr sz="1600" spc="-25" dirty="0">
                <a:latin typeface="Arial"/>
                <a:cs typeface="Arial"/>
              </a:rPr>
              <a:t>by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9324" y="3670277"/>
            <a:ext cx="920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4790" y="3718792"/>
            <a:ext cx="920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7892" y="3571619"/>
            <a:ext cx="2640330" cy="507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223645" algn="l"/>
              </a:tabLst>
            </a:pPr>
            <a:r>
              <a:rPr sz="1900" i="1" spc="50" dirty="0">
                <a:latin typeface="Times New Roman"/>
                <a:cs typeface="Times New Roman"/>
              </a:rPr>
              <a:t>v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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434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-35" dirty="0">
                <a:latin typeface="Times New Roman"/>
                <a:cs typeface="Times New Roman"/>
              </a:rPr>
              <a:t> </a:t>
            </a:r>
            <a:r>
              <a:rPr sz="3150" spc="-35" dirty="0">
                <a:latin typeface="Symbol"/>
                <a:cs typeface="Symbol"/>
              </a:rPr>
              <a:t></a:t>
            </a:r>
            <a:r>
              <a:rPr sz="1900" spc="-35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-120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445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spc="-8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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650" i="1" spc="75" baseline="42929" dirty="0">
                <a:latin typeface="Times New Roman"/>
                <a:cs typeface="Times New Roman"/>
              </a:rPr>
              <a:t>k</a:t>
            </a:r>
            <a:r>
              <a:rPr sz="1900" i="1" spc="50" dirty="0">
                <a:latin typeface="Times New Roman"/>
                <a:cs typeface="Times New Roman"/>
              </a:rPr>
              <a:t>R</a:t>
            </a:r>
            <a:r>
              <a:rPr sz="1900" i="1" spc="-2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99606" y="3890320"/>
            <a:ext cx="25057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97535" algn="l"/>
                <a:tab pos="1008380" algn="l"/>
                <a:tab pos="1566545" algn="l"/>
                <a:tab pos="1977389" algn="l"/>
                <a:tab pos="245046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3788" y="3718792"/>
            <a:ext cx="10566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28015" algn="l"/>
                <a:tab pos="981075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k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2203" y="4275109"/>
            <a:ext cx="64516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ts val="1945"/>
              </a:lnSpc>
              <a:spcBef>
                <a:spcPts val="100"/>
              </a:spcBef>
            </a:pPr>
            <a:r>
              <a:rPr sz="1650" i="1" baseline="42929" dirty="0">
                <a:latin typeface="Times New Roman"/>
                <a:cs typeface="Times New Roman"/>
              </a:rPr>
              <a:t>k</a:t>
            </a:r>
            <a:r>
              <a:rPr sz="1950" i="1" dirty="0">
                <a:latin typeface="Times New Roman"/>
                <a:cs typeface="Times New Roman"/>
              </a:rPr>
              <a:t>R</a:t>
            </a:r>
            <a:r>
              <a:rPr sz="1950" i="1" spc="-140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Symbol"/>
                <a:cs typeface="Symbol"/>
              </a:rPr>
              <a:t></a:t>
            </a:r>
            <a:r>
              <a:rPr sz="2050" i="1" spc="-25" dirty="0">
                <a:latin typeface="Symbol"/>
                <a:cs typeface="Symbol"/>
              </a:rPr>
              <a:t>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805"/>
              </a:lnSpc>
              <a:tabLst>
                <a:tab pos="56515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8475" y="4232410"/>
            <a:ext cx="9207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6415" y="4281095"/>
            <a:ext cx="9207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i="1" spc="-50" dirty="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3735" y="4133406"/>
            <a:ext cx="2216150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364615" algn="l"/>
              </a:tabLst>
            </a:pP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</a:t>
            </a:r>
            <a:r>
              <a:rPr sz="1950" spc="325" dirty="0">
                <a:latin typeface="Times New Roman"/>
                <a:cs typeface="Times New Roman"/>
              </a:rPr>
              <a:t> </a:t>
            </a:r>
            <a:r>
              <a:rPr sz="3150" spc="-390" dirty="0">
                <a:latin typeface="Symbol"/>
                <a:cs typeface="Symbol"/>
              </a:rPr>
              <a:t></a:t>
            </a:r>
            <a:r>
              <a:rPr sz="3150" spc="-1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</a:t>
            </a:r>
            <a:r>
              <a:rPr sz="1950" spc="7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Symbol"/>
                <a:cs typeface="Symbol"/>
              </a:rPr>
              <a:t></a:t>
            </a:r>
            <a:r>
              <a:rPr sz="1950" spc="-25" dirty="0">
                <a:latin typeface="Symbol"/>
                <a:cs typeface="Symbol"/>
              </a:rPr>
              <a:t>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i="1" spc="-185" dirty="0">
                <a:latin typeface="Times New Roman"/>
                <a:cs typeface="Times New Roman"/>
              </a:rPr>
              <a:t>R</a:t>
            </a:r>
            <a:r>
              <a:rPr sz="3150" spc="-185" dirty="0">
                <a:latin typeface="Symbol"/>
                <a:cs typeface="Symbol"/>
              </a:rPr>
              <a:t></a:t>
            </a:r>
            <a:r>
              <a:rPr sz="3150" spc="-9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</a:t>
            </a:r>
            <a:r>
              <a:rPr sz="1950" spc="90" dirty="0">
                <a:latin typeface="Times New Roman"/>
                <a:cs typeface="Times New Roman"/>
              </a:rPr>
              <a:t> </a:t>
            </a:r>
            <a:r>
              <a:rPr sz="3150" spc="-65" dirty="0">
                <a:latin typeface="Symbol"/>
                <a:cs typeface="Symbol"/>
              </a:rPr>
              <a:t></a:t>
            </a:r>
            <a:r>
              <a:rPr sz="1950" spc="-65" dirty="0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8658" y="4453225"/>
            <a:ext cx="176530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94690" algn="l"/>
                <a:tab pos="1105535" algn="l"/>
                <a:tab pos="1710055" algn="l"/>
              </a:tabLst>
            </a:pP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3405" y="4281095"/>
            <a:ext cx="111569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5170" algn="l"/>
                <a:tab pos="102743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k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9876" y="5309649"/>
            <a:ext cx="1234440" cy="358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00">
              <a:lnSpc>
                <a:spcPts val="1780"/>
              </a:lnSpc>
              <a:spcBef>
                <a:spcPts val="120"/>
              </a:spcBef>
              <a:tabLst>
                <a:tab pos="410209" algn="l"/>
              </a:tabLst>
            </a:pPr>
            <a:r>
              <a:rPr sz="1650" spc="82" baseline="42929" dirty="0">
                <a:latin typeface="Times New Roman"/>
                <a:cs typeface="Times New Roman"/>
              </a:rPr>
              <a:t>4</a:t>
            </a:r>
            <a:r>
              <a:rPr sz="1900" i="1" spc="5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60" dirty="0">
                <a:latin typeface="Symbol"/>
                <a:cs typeface="Symbol"/>
              </a:rPr>
              <a:t></a:t>
            </a:r>
            <a:r>
              <a:rPr sz="1900" spc="425" dirty="0">
                <a:latin typeface="Times New Roman"/>
                <a:cs typeface="Times New Roman"/>
              </a:rPr>
              <a:t> </a:t>
            </a: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-2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  <a:p>
            <a:pPr marL="258445">
              <a:lnSpc>
                <a:spcPts val="819"/>
              </a:lnSpc>
              <a:tabLst>
                <a:tab pos="643890" algn="l"/>
                <a:tab pos="1121410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9834" y="5845277"/>
            <a:ext cx="9969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8560" y="5675055"/>
            <a:ext cx="9969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25578" y="5845277"/>
            <a:ext cx="48514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7510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84305" y="5675055"/>
            <a:ext cx="9969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47773" y="5668363"/>
            <a:ext cx="111506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2265" algn="l"/>
                <a:tab pos="658495" algn="l"/>
              </a:tabLst>
            </a:pPr>
            <a:r>
              <a:rPr sz="2000" i="1" spc="-5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spc="1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55" dirty="0">
                <a:latin typeface="Times New Roman"/>
                <a:cs typeface="Times New Roman"/>
              </a:rPr>
              <a:t>R</a:t>
            </a:r>
            <a:r>
              <a:rPr sz="1900" i="1" spc="-210" dirty="0">
                <a:latin typeface="Times New Roman"/>
                <a:cs typeface="Times New Roman"/>
              </a:rPr>
              <a:t> </a:t>
            </a:r>
            <a:r>
              <a:rPr sz="1900" spc="40" dirty="0">
                <a:latin typeface="Symbol"/>
                <a:cs typeface="Symbol"/>
              </a:rPr>
              <a:t></a:t>
            </a:r>
            <a:r>
              <a:rPr sz="2000" i="1" spc="40" dirty="0">
                <a:latin typeface="Symbol"/>
                <a:cs typeface="Symbol"/>
              </a:rPr>
              <a:t>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58122" y="1379891"/>
            <a:ext cx="9906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00509" y="1550953"/>
            <a:ext cx="4508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3855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59106" y="1379891"/>
            <a:ext cx="9906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22451" y="1373077"/>
            <a:ext cx="5568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dirty="0">
                <a:latin typeface="Symbol"/>
                <a:cs typeface="Symbol"/>
              </a:rPr>
              <a:t></a:t>
            </a:r>
            <a:r>
              <a:rPr sz="2050" spc="22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65692" y="2604935"/>
            <a:ext cx="12318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04179" y="2433407"/>
            <a:ext cx="1473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W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38543" y="2285744"/>
            <a:ext cx="56769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400" dirty="0">
                <a:latin typeface="Symbol"/>
                <a:cs typeface="Symbol"/>
              </a:rPr>
              <a:t></a:t>
            </a:r>
            <a:r>
              <a:rPr sz="3150" spc="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75" dirty="0">
                <a:latin typeface="Times New Roman"/>
                <a:cs typeface="Times New Roman"/>
              </a:rPr>
              <a:t> </a:t>
            </a:r>
            <a:r>
              <a:rPr sz="3150" spc="-450" dirty="0">
                <a:latin typeface="Symbol"/>
                <a:cs typeface="Symbol"/>
              </a:rPr>
              <a:t>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12257" y="2384402"/>
            <a:ext cx="12318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65115" y="3058470"/>
            <a:ext cx="12318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02745" y="2886942"/>
            <a:ext cx="1473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W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36914" y="2739769"/>
            <a:ext cx="568960" cy="507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spc="-400" dirty="0">
                <a:latin typeface="Symbol"/>
                <a:cs typeface="Symbol"/>
              </a:rPr>
              <a:t></a:t>
            </a:r>
            <a:r>
              <a:rPr sz="3150" spc="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475" dirty="0">
                <a:latin typeface="Times New Roman"/>
                <a:cs typeface="Times New Roman"/>
              </a:rPr>
              <a:t> </a:t>
            </a:r>
            <a:r>
              <a:rPr sz="3150" spc="-450" dirty="0">
                <a:latin typeface="Symbol"/>
                <a:cs typeface="Symbol"/>
              </a:rPr>
              <a:t>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74811" y="2838427"/>
            <a:ext cx="1473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0" dirty="0">
                <a:latin typeface="Times New Roman"/>
                <a:cs typeface="Times New Roman"/>
              </a:rPr>
              <a:t>W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45177" y="4965802"/>
            <a:ext cx="9842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41021" y="4693778"/>
            <a:ext cx="46100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spc="-20" dirty="0">
                <a:latin typeface="Times New Roman"/>
                <a:cs typeface="Times New Roman"/>
              </a:rPr>
              <a:t>4</a:t>
            </a:r>
            <a:r>
              <a:rPr sz="2850" i="1" spc="-30" baseline="-24853" dirty="0">
                <a:latin typeface="Times New Roman"/>
                <a:cs typeface="Times New Roman"/>
              </a:rPr>
              <a:t>R</a:t>
            </a:r>
            <a:r>
              <a:rPr sz="1100" spc="-20" dirty="0">
                <a:latin typeface="Symbol"/>
                <a:cs typeface="Symbol"/>
              </a:rPr>
              <a:t></a:t>
            </a:r>
            <a:r>
              <a:rPr sz="1100" spc="-2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Angular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Velocities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3R</a:t>
            </a:r>
            <a:r>
              <a:rPr spc="-20" dirty="0"/>
              <a:t> </a:t>
            </a:r>
            <a:r>
              <a:rPr dirty="0"/>
              <a:t>Robot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0302"/>
            <a:ext cx="71069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8140" algn="l"/>
              </a:tabLst>
            </a:pPr>
            <a:r>
              <a:rPr sz="1600" dirty="0">
                <a:latin typeface="Arial"/>
                <a:cs typeface="Arial"/>
              </a:rPr>
              <a:t>	Multiply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both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sides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equation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inverse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transformation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matrix,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we </a:t>
            </a:r>
            <a:r>
              <a:rPr sz="1600" dirty="0">
                <a:latin typeface="Arial"/>
                <a:cs typeface="Arial"/>
              </a:rPr>
              <a:t>finally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linear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angular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velocities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expressed 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stationary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frame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{0}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8980" y="2615819"/>
            <a:ext cx="107696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0050" algn="l"/>
                <a:tab pos="988694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22618" y="26158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2346" y="2453744"/>
            <a:ext cx="168084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801370" algn="l"/>
              </a:tabLst>
            </a:pP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42929" dirty="0">
                <a:latin typeface="Times New Roman"/>
                <a:cs typeface="Times New Roman"/>
              </a:rPr>
              <a:t>T</a:t>
            </a:r>
            <a:r>
              <a:rPr sz="1650" i="1" spc="67" baseline="4292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1650" spc="-187" baseline="42929" dirty="0">
                <a:latin typeface="Times New Roman"/>
                <a:cs typeface="Times New Roman"/>
              </a:rPr>
              <a:t> </a:t>
            </a:r>
            <a:r>
              <a:rPr sz="1900" i="1" spc="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70" dirty="0">
                <a:latin typeface="Symbol"/>
                <a:cs typeface="Symbol"/>
              </a:rPr>
              <a:t></a:t>
            </a:r>
            <a:r>
              <a:rPr sz="1900" spc="455" dirty="0">
                <a:latin typeface="Times New Roman"/>
                <a:cs typeface="Times New Roman"/>
              </a:rPr>
              <a:t> </a:t>
            </a:r>
            <a:r>
              <a:rPr sz="1650" baseline="42929" dirty="0">
                <a:latin typeface="Times New Roman"/>
                <a:cs typeface="Times New Roman"/>
              </a:rPr>
              <a:t>0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900" i="1" spc="2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650" baseline="42929" dirty="0">
                <a:latin typeface="Times New Roman"/>
                <a:cs typeface="Times New Roman"/>
              </a:rPr>
              <a:t>4</a:t>
            </a:r>
            <a:r>
              <a:rPr sz="1650" spc="-232" baseline="42929" dirty="0">
                <a:latin typeface="Times New Roman"/>
                <a:cs typeface="Times New Roman"/>
              </a:rPr>
              <a:t> </a:t>
            </a:r>
            <a:r>
              <a:rPr sz="1900" i="1" spc="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7071" y="26158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6323" y="2615819"/>
            <a:ext cx="486409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8145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6309" y="2453744"/>
            <a:ext cx="42989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4955" algn="l"/>
              </a:tabLst>
            </a:pPr>
            <a:r>
              <a:rPr sz="1900" i="1" spc="5" dirty="0">
                <a:latin typeface="Times New Roman"/>
                <a:cs typeface="Times New Roman"/>
              </a:rPr>
              <a:t>v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2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4827" y="2344760"/>
            <a:ext cx="101663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836930" algn="l"/>
              </a:tabLst>
            </a:pPr>
            <a:r>
              <a:rPr sz="1100" spc="20" dirty="0">
                <a:latin typeface="Times New Roman"/>
                <a:cs typeface="Times New Roman"/>
              </a:rPr>
              <a:t>4</a:t>
            </a:r>
            <a:r>
              <a:rPr sz="2850" i="1" spc="30" baseline="-24853" dirty="0">
                <a:latin typeface="Times New Roman"/>
                <a:cs typeface="Times New Roman"/>
              </a:rPr>
              <a:t>R</a:t>
            </a:r>
            <a:r>
              <a:rPr sz="1100" spc="20" dirty="0">
                <a:latin typeface="Symbol"/>
                <a:cs typeface="Symbol"/>
              </a:rPr>
              <a:t></a:t>
            </a:r>
            <a:r>
              <a:rPr sz="1100" spc="20" dirty="0">
                <a:latin typeface="Times New Roman"/>
                <a:cs typeface="Times New Roman"/>
              </a:rPr>
              <a:t>1</a:t>
            </a:r>
            <a:r>
              <a:rPr sz="2850" spc="30" baseline="-24853" dirty="0">
                <a:latin typeface="Symbol"/>
                <a:cs typeface="Symbol"/>
              </a:rPr>
              <a:t></a:t>
            </a:r>
            <a:r>
              <a:rPr sz="1100" spc="20" dirty="0">
                <a:latin typeface="Times New Roman"/>
                <a:cs typeface="Times New Roman"/>
              </a:rPr>
              <a:t>4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2850" i="1" spc="7" baseline="-24853" dirty="0">
                <a:latin typeface="Times New Roman"/>
                <a:cs typeface="Times New Roman"/>
              </a:rPr>
              <a:t>v</a:t>
            </a:r>
            <a:r>
              <a:rPr sz="2850" i="1" baseline="-24853" dirty="0">
                <a:latin typeface="Times New Roman"/>
                <a:cs typeface="Times New Roman"/>
              </a:rPr>
              <a:t>	</a:t>
            </a:r>
            <a:r>
              <a:rPr sz="2850" spc="30" baseline="-24853" dirty="0">
                <a:latin typeface="Symbol"/>
                <a:cs typeface="Symbol"/>
              </a:rPr>
              <a:t></a:t>
            </a:r>
            <a:endParaRPr sz="2850" baseline="-24853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3129" y="31619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4509" y="2992179"/>
            <a:ext cx="467359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846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2496" y="31619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4806" y="31619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16656" y="31619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0943" y="3161919"/>
            <a:ext cx="1009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8157" y="3161919"/>
            <a:ext cx="486409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8145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1688" y="2992179"/>
            <a:ext cx="54800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3204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9697" y="2985194"/>
            <a:ext cx="165798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0095" algn="l"/>
                <a:tab pos="1080135" algn="l"/>
              </a:tabLst>
            </a:pP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4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65" dirty="0">
                <a:latin typeface="Times New Roman"/>
                <a:cs typeface="Times New Roman"/>
              </a:rPr>
              <a:t>R</a:t>
            </a:r>
            <a:r>
              <a:rPr sz="1900" i="1" spc="2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Symbol"/>
                <a:cs typeface="Symbol"/>
              </a:rPr>
              <a:t>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34491" y="2992179"/>
            <a:ext cx="499109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5585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T</a:t>
            </a:r>
            <a:r>
              <a:rPr sz="1100" i="1" spc="480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40335" y="2985194"/>
            <a:ext cx="131508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42265" algn="l"/>
                <a:tab pos="659130" algn="l"/>
                <a:tab pos="981710" algn="l"/>
              </a:tabLst>
            </a:pPr>
            <a:r>
              <a:rPr sz="2000" i="1" spc="-50" dirty="0">
                <a:latin typeface="Symbol"/>
                <a:cs typeface="Symbol"/>
              </a:rPr>
              <a:t>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spc="15" dirty="0">
                <a:latin typeface="Times New Roman"/>
                <a:cs typeface="Times New Roman"/>
              </a:rPr>
              <a:t>R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</a:t>
            </a:r>
            <a:r>
              <a:rPr sz="1900" spc="17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Symbol"/>
                <a:cs typeface="Symbol"/>
              </a:rPr>
              <a:t>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3288" y="2999844"/>
            <a:ext cx="16700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2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6891" y="3674587"/>
            <a:ext cx="1324610" cy="358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ts val="1780"/>
              </a:lnSpc>
              <a:spcBef>
                <a:spcPts val="114"/>
              </a:spcBef>
            </a:pPr>
            <a:r>
              <a:rPr sz="1650" baseline="42929" dirty="0">
                <a:latin typeface="Times New Roman"/>
                <a:cs typeface="Times New Roman"/>
              </a:rPr>
              <a:t>0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650" baseline="42929" dirty="0">
                <a:latin typeface="Times New Roman"/>
                <a:cs typeface="Times New Roman"/>
              </a:rPr>
              <a:t>0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170" dirty="0">
                <a:latin typeface="Times New Roman"/>
                <a:cs typeface="Times New Roman"/>
              </a:rPr>
              <a:t> </a:t>
            </a:r>
            <a:r>
              <a:rPr sz="1650" spc="-217" baseline="42929" dirty="0">
                <a:latin typeface="Times New Roman"/>
                <a:cs typeface="Times New Roman"/>
              </a:rPr>
              <a:t>1</a:t>
            </a:r>
            <a:r>
              <a:rPr sz="1900" i="1" spc="-145" dirty="0">
                <a:latin typeface="Times New Roman"/>
                <a:cs typeface="Times New Roman"/>
              </a:rPr>
              <a:t>T</a:t>
            </a:r>
            <a:r>
              <a:rPr sz="1900" i="1" spc="-170" dirty="0">
                <a:latin typeface="Times New Roman"/>
                <a:cs typeface="Times New Roman"/>
              </a:rPr>
              <a:t> </a:t>
            </a:r>
            <a:r>
              <a:rPr sz="1650" spc="-157" baseline="42929" dirty="0">
                <a:latin typeface="Times New Roman"/>
                <a:cs typeface="Times New Roman"/>
              </a:rPr>
              <a:t>2</a:t>
            </a:r>
            <a:r>
              <a:rPr sz="1900" i="1" spc="-105" dirty="0">
                <a:latin typeface="Times New Roman"/>
                <a:cs typeface="Times New Roman"/>
              </a:rPr>
              <a:t>T</a:t>
            </a:r>
            <a:r>
              <a:rPr sz="1900" i="1" spc="-190" dirty="0">
                <a:latin typeface="Times New Roman"/>
                <a:cs typeface="Times New Roman"/>
              </a:rPr>
              <a:t> </a:t>
            </a:r>
            <a:r>
              <a:rPr sz="1650" spc="-37" baseline="42929" dirty="0">
                <a:latin typeface="Times New Roman"/>
                <a:cs typeface="Times New Roman"/>
              </a:rPr>
              <a:t>3</a:t>
            </a:r>
            <a:r>
              <a:rPr sz="1900" i="1" spc="-25" dirty="0">
                <a:latin typeface="Times New Roman"/>
                <a:cs typeface="Times New Roman"/>
              </a:rPr>
              <a:t>T</a:t>
            </a:r>
            <a:endParaRPr sz="1900">
              <a:latin typeface="Times New Roman"/>
              <a:cs typeface="Times New Roman"/>
            </a:endParaRPr>
          </a:p>
          <a:p>
            <a:pPr marL="59690">
              <a:lnSpc>
                <a:spcPts val="819"/>
              </a:lnSpc>
              <a:tabLst>
                <a:tab pos="455295" algn="l"/>
                <a:tab pos="680085" algn="l"/>
                <a:tab pos="902969" algn="l"/>
              </a:tabLst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3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1115" y="6289995"/>
            <a:ext cx="805662" cy="3402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CEA3-84AA-243D-3059-F8B7CA83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420" y="589229"/>
            <a:ext cx="6218555" cy="307777"/>
          </a:xfrm>
        </p:spPr>
        <p:txBody>
          <a:bodyPr/>
          <a:lstStyle/>
          <a:p>
            <a:r>
              <a:rPr lang="en-US" dirty="0"/>
              <a:t>Worked Example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53089-B29F-20C0-D41C-ED1059B1C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2FDA3-9E39-C0F6-F10C-15F5B2623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07"/>
          <a:stretch/>
        </p:blipFill>
        <p:spPr>
          <a:xfrm>
            <a:off x="412350" y="1371600"/>
            <a:ext cx="9220999" cy="429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4842</Words>
  <Application>Microsoft Office PowerPoint</Application>
  <PresentationFormat>Custom</PresentationFormat>
  <Paragraphs>984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Arial</vt:lpstr>
      <vt:lpstr>Roboto</vt:lpstr>
      <vt:lpstr>Symbol</vt:lpstr>
      <vt:lpstr>Tahoma</vt:lpstr>
      <vt:lpstr>Times New Roman</vt:lpstr>
      <vt:lpstr>Office Theme</vt:lpstr>
      <vt:lpstr>Velocity Propagation Between Robot Links</vt:lpstr>
      <vt:lpstr>BASICS OF TRAJECTORY PLANNING</vt:lpstr>
      <vt:lpstr>PowerPoint Presentation</vt:lpstr>
      <vt:lpstr>Jacobian Matrix - Calculation Methods</vt:lpstr>
      <vt:lpstr>Introduction – Velocity Propagation</vt:lpstr>
      <vt:lpstr>Summary – Changing Frame of Representation</vt:lpstr>
      <vt:lpstr>Frame - Velocity</vt:lpstr>
      <vt:lpstr>Joint Variables</vt:lpstr>
      <vt:lpstr>Revolute Joint Variable</vt:lpstr>
      <vt:lpstr>Prismatic Joint Variable</vt:lpstr>
      <vt:lpstr>Velocity Propagation</vt:lpstr>
      <vt:lpstr>Position Propagation</vt:lpstr>
      <vt:lpstr>Position Propagation</vt:lpstr>
      <vt:lpstr>PowerPoint Presentation</vt:lpstr>
      <vt:lpstr>PowerPoint Presentation</vt:lpstr>
      <vt:lpstr>Velocity Propagation</vt:lpstr>
      <vt:lpstr>Velocity of Adjacent Links - Angular Velocity 0/5</vt:lpstr>
      <vt:lpstr>Velocity of Adjacent Links - Angular Velocity 1/5</vt:lpstr>
      <vt:lpstr>PowerPoint Presentation</vt:lpstr>
      <vt:lpstr>i1</vt:lpstr>
      <vt:lpstr>   R </vt:lpstr>
      <vt:lpstr>PowerPoint Presentation</vt:lpstr>
      <vt:lpstr>Velocity of Adjacent Links - Linear Velocity 0/6</vt:lpstr>
      <vt:lpstr>Velocity of Adjacent Links - Linear Velocity 1/6</vt:lpstr>
      <vt:lpstr>PowerPoint Presentation</vt:lpstr>
      <vt:lpstr>Velocity of Adjacent Links - Linear Velocity 3/6</vt:lpstr>
      <vt:lpstr>Velocity of Adjacent Links - Linear Velocity 4/6</vt:lpstr>
      <vt:lpstr> R R R</vt:lpstr>
      <vt:lpstr>Velocity of Adjacent Links - Linear Velocity 6/6</vt:lpstr>
      <vt:lpstr>PowerPoint Presentation</vt:lpstr>
      <vt:lpstr>Angular and Linear Velocities - 3R Robot - Example</vt:lpstr>
      <vt:lpstr>Angular and Linear Velocities - 3R Robot - Example</vt:lpstr>
      <vt:lpstr>Angular and Linear Velocities - 3R Robot - Example</vt:lpstr>
      <vt:lpstr>Angular and Linear Velocities - 3R Robot - Example</vt:lpstr>
      <vt:lpstr>Creating Transformation Matrices From DH Tables</vt:lpstr>
      <vt:lpstr>Creating Transformation Matrices From DH Tables</vt:lpstr>
      <vt:lpstr>Creating Transformation Matrices From DH Tables</vt:lpstr>
      <vt:lpstr>Angular and Linear Velocities - 3R Robot - Example</vt:lpstr>
      <vt:lpstr>PowerPoint Presentation</vt:lpstr>
      <vt:lpstr>s2˙ 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Angular and Linear Velocities - 3R Robot - Example</vt:lpstr>
      <vt:lpstr>Worked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of Robot Manipulation - EE 543</dc:title>
  <dc:creator>Jacob Rosen Ph.D.</dc:creator>
  <cp:lastModifiedBy>Boyce Sigweni</cp:lastModifiedBy>
  <cp:revision>7</cp:revision>
  <dcterms:created xsi:type="dcterms:W3CDTF">2024-11-15T05:51:26Z</dcterms:created>
  <dcterms:modified xsi:type="dcterms:W3CDTF">2024-11-15T10:07:34Z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2015-02-05T00:00:00Z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2024-11-15T00:00:00Z</vt:filetime>
  </property>
  <property fmtid="{D5CDD505-2E9C-101B-9397-08002B2CF9AE}" pid="5" name="Producer">
    <vt:lpwstr>3-Heights(TM) PDF Security Shell 4.8.25.2 (http://www.pdf-tools.com)</vt:lpwstr>
  </property>
</Properties>
</file>